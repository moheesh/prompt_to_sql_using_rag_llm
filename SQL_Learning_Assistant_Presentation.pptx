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0" r:id="rId8"/>
    <p:sldId id="261" r:id="rId9"/>
    <p:sldId id="266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2DD840-523C-4478-82D3-624F14D274C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B99BDF-AB7F-4E8C-A481-251B02900030}">
      <dgm:prSet/>
      <dgm:spPr/>
      <dgm:t>
        <a:bodyPr/>
        <a:lstStyle/>
        <a:p>
          <a:r>
            <a:rPr lang="en-US"/>
            <a:t>The Challenge: SQL is difficult for beginners due to complex syntax, lack of feedback, and translation difficulties.</a:t>
          </a:r>
        </a:p>
      </dgm:t>
    </dgm:pt>
    <dgm:pt modelId="{8C8DCAF4-673E-4DF3-84A1-91302CAA84AA}" type="parTrans" cxnId="{754A9086-94E0-4F24-8021-8EEEC1660300}">
      <dgm:prSet/>
      <dgm:spPr/>
      <dgm:t>
        <a:bodyPr/>
        <a:lstStyle/>
        <a:p>
          <a:endParaRPr lang="en-US"/>
        </a:p>
      </dgm:t>
    </dgm:pt>
    <dgm:pt modelId="{A4EFEABA-526A-4A9C-ABA7-4E926DFF0B2B}" type="sibTrans" cxnId="{754A9086-94E0-4F24-8021-8EEEC1660300}">
      <dgm:prSet/>
      <dgm:spPr/>
      <dgm:t>
        <a:bodyPr/>
        <a:lstStyle/>
        <a:p>
          <a:endParaRPr lang="en-US"/>
        </a:p>
      </dgm:t>
    </dgm:pt>
    <dgm:pt modelId="{4CC69A88-62FD-4E3A-9AE5-C6B724129FD4}">
      <dgm:prSet/>
      <dgm:spPr/>
      <dgm:t>
        <a:bodyPr/>
        <a:lstStyle/>
        <a:p>
          <a:r>
            <a:rPr lang="en-US"/>
            <a:t>Current Limitations: Existing tools (ChatGPT, StackOverflow) often lack domain-specific context or interactive explanations.</a:t>
          </a:r>
        </a:p>
      </dgm:t>
    </dgm:pt>
    <dgm:pt modelId="{2F674396-2021-4D92-B5B3-AF8F967B07CA}" type="parTrans" cxnId="{BB6B42DC-38C3-42AD-9EEF-93845DA95F36}">
      <dgm:prSet/>
      <dgm:spPr/>
      <dgm:t>
        <a:bodyPr/>
        <a:lstStyle/>
        <a:p>
          <a:endParaRPr lang="en-US"/>
        </a:p>
      </dgm:t>
    </dgm:pt>
    <dgm:pt modelId="{528B8625-03DA-4BF4-B3C9-87827C5A4ECC}" type="sibTrans" cxnId="{BB6B42DC-38C3-42AD-9EEF-93845DA95F36}">
      <dgm:prSet/>
      <dgm:spPr/>
      <dgm:t>
        <a:bodyPr/>
        <a:lstStyle/>
        <a:p>
          <a:endParaRPr lang="en-US"/>
        </a:p>
      </dgm:t>
    </dgm:pt>
    <dgm:pt modelId="{D4DB367F-28A8-4DD9-A167-53A16E8D3210}">
      <dgm:prSet/>
      <dgm:spPr/>
      <dgm:t>
        <a:bodyPr/>
        <a:lstStyle/>
        <a:p>
          <a:r>
            <a:rPr lang="en-US"/>
            <a:t>The Solution: An intelligent chatbot combining four core techniques:</a:t>
          </a:r>
        </a:p>
      </dgm:t>
    </dgm:pt>
    <dgm:pt modelId="{04DE6F1D-A71C-4CF4-894B-E6596916146C}" type="parTrans" cxnId="{675871D4-76AD-419B-8A4C-A743C1B48968}">
      <dgm:prSet/>
      <dgm:spPr/>
      <dgm:t>
        <a:bodyPr/>
        <a:lstStyle/>
        <a:p>
          <a:endParaRPr lang="en-US"/>
        </a:p>
      </dgm:t>
    </dgm:pt>
    <dgm:pt modelId="{651309FE-1EC6-433E-B602-1D669B9042C0}" type="sibTrans" cxnId="{675871D4-76AD-419B-8A4C-A743C1B48968}">
      <dgm:prSet/>
      <dgm:spPr/>
      <dgm:t>
        <a:bodyPr/>
        <a:lstStyle/>
        <a:p>
          <a:endParaRPr lang="en-US"/>
        </a:p>
      </dgm:t>
    </dgm:pt>
    <dgm:pt modelId="{A529D135-EBE8-481B-9A64-8AD34A9FBA58}">
      <dgm:prSet/>
      <dgm:spPr/>
      <dgm:t>
        <a:bodyPr/>
        <a:lstStyle/>
        <a:p>
          <a:r>
            <a:rPr lang="en-US"/>
            <a:t>1. Retrieval-Augmented Generation (RAG) for similar examples.</a:t>
          </a:r>
        </a:p>
      </dgm:t>
    </dgm:pt>
    <dgm:pt modelId="{BFE7D113-6CA7-48FD-9586-D29E66DD6DA6}" type="parTrans" cxnId="{7D2A24AF-EEA7-4B26-BC09-AF7DBDDC3F29}">
      <dgm:prSet/>
      <dgm:spPr/>
      <dgm:t>
        <a:bodyPr/>
        <a:lstStyle/>
        <a:p>
          <a:endParaRPr lang="en-US"/>
        </a:p>
      </dgm:t>
    </dgm:pt>
    <dgm:pt modelId="{6F804D6F-FA4E-4067-9AD0-E746529BD13E}" type="sibTrans" cxnId="{7D2A24AF-EEA7-4B26-BC09-AF7DBDDC3F29}">
      <dgm:prSet/>
      <dgm:spPr/>
      <dgm:t>
        <a:bodyPr/>
        <a:lstStyle/>
        <a:p>
          <a:endParaRPr lang="en-US"/>
        </a:p>
      </dgm:t>
    </dgm:pt>
    <dgm:pt modelId="{B0A1C905-3D5C-4ADD-8C87-5935825442A1}">
      <dgm:prSet/>
      <dgm:spPr/>
      <dgm:t>
        <a:bodyPr/>
        <a:lstStyle/>
        <a:p>
          <a:r>
            <a:rPr lang="en-US"/>
            <a:t>2. Fine-Tuned LLM (TinyLlama) for domain generation.</a:t>
          </a:r>
        </a:p>
      </dgm:t>
    </dgm:pt>
    <dgm:pt modelId="{9968B721-45D0-42C9-A0D8-41E0AD526EAE}" type="parTrans" cxnId="{DE6A189E-35AD-4D78-9AE5-BE19935AC5BC}">
      <dgm:prSet/>
      <dgm:spPr/>
      <dgm:t>
        <a:bodyPr/>
        <a:lstStyle/>
        <a:p>
          <a:endParaRPr lang="en-US"/>
        </a:p>
      </dgm:t>
    </dgm:pt>
    <dgm:pt modelId="{883E93CD-BD01-4800-9AC6-B22E0D1F28DB}" type="sibTrans" cxnId="{DE6A189E-35AD-4D78-9AE5-BE19935AC5BC}">
      <dgm:prSet/>
      <dgm:spPr/>
      <dgm:t>
        <a:bodyPr/>
        <a:lstStyle/>
        <a:p>
          <a:endParaRPr lang="en-US"/>
        </a:p>
      </dgm:t>
    </dgm:pt>
    <dgm:pt modelId="{A8747F8B-7D5C-4773-A531-C293F0F033D1}">
      <dgm:prSet/>
      <dgm:spPr/>
      <dgm:t>
        <a:bodyPr/>
        <a:lstStyle/>
        <a:p>
          <a:r>
            <a:rPr lang="en-US"/>
            <a:t>3. Prompt Engineering for context management.</a:t>
          </a:r>
        </a:p>
      </dgm:t>
    </dgm:pt>
    <dgm:pt modelId="{D2EBCAF5-51CE-4D1F-851F-DD43E77AA1A9}" type="parTrans" cxnId="{94CEB23C-8A3F-48A1-8AB9-2C3CA048350F}">
      <dgm:prSet/>
      <dgm:spPr/>
      <dgm:t>
        <a:bodyPr/>
        <a:lstStyle/>
        <a:p>
          <a:endParaRPr lang="en-US"/>
        </a:p>
      </dgm:t>
    </dgm:pt>
    <dgm:pt modelId="{F8A14871-FB70-46CB-BC01-B17E08E257D4}" type="sibTrans" cxnId="{94CEB23C-8A3F-48A1-8AB9-2C3CA048350F}">
      <dgm:prSet/>
      <dgm:spPr/>
      <dgm:t>
        <a:bodyPr/>
        <a:lstStyle/>
        <a:p>
          <a:endParaRPr lang="en-US"/>
        </a:p>
      </dgm:t>
    </dgm:pt>
    <dgm:pt modelId="{1B359BEA-3357-46D7-96E0-0B5089BD22A2}">
      <dgm:prSet/>
      <dgm:spPr/>
      <dgm:t>
        <a:bodyPr/>
        <a:lstStyle/>
        <a:p>
          <a:r>
            <a:rPr lang="en-US"/>
            <a:t>4. Gemini Enhancement for explanations.</a:t>
          </a:r>
        </a:p>
      </dgm:t>
    </dgm:pt>
    <dgm:pt modelId="{AF6122D3-00CC-4BC4-9B48-8E041F5061B0}" type="parTrans" cxnId="{E2EF05A9-B43B-4FE7-A50A-53517F898DE7}">
      <dgm:prSet/>
      <dgm:spPr/>
      <dgm:t>
        <a:bodyPr/>
        <a:lstStyle/>
        <a:p>
          <a:endParaRPr lang="en-US"/>
        </a:p>
      </dgm:t>
    </dgm:pt>
    <dgm:pt modelId="{696543BB-9900-4D10-9211-687C8F105D4D}" type="sibTrans" cxnId="{E2EF05A9-B43B-4FE7-A50A-53517F898DE7}">
      <dgm:prSet/>
      <dgm:spPr/>
      <dgm:t>
        <a:bodyPr/>
        <a:lstStyle/>
        <a:p>
          <a:endParaRPr lang="en-US"/>
        </a:p>
      </dgm:t>
    </dgm:pt>
    <dgm:pt modelId="{E3DB01F1-77FB-4F44-AB1D-4C76AB6F614E}" type="pres">
      <dgm:prSet presAssocID="{9C2DD840-523C-4478-82D3-624F14D274C2}" presName="linear" presStyleCnt="0">
        <dgm:presLayoutVars>
          <dgm:animLvl val="lvl"/>
          <dgm:resizeHandles val="exact"/>
        </dgm:presLayoutVars>
      </dgm:prSet>
      <dgm:spPr/>
    </dgm:pt>
    <dgm:pt modelId="{AA045001-2EB7-4EF7-B742-08E169F85534}" type="pres">
      <dgm:prSet presAssocID="{F9B99BDF-AB7F-4E8C-A481-251B02900030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E5202B3-C07D-487C-B38E-CC7C6DDC81ED}" type="pres">
      <dgm:prSet presAssocID="{A4EFEABA-526A-4A9C-ABA7-4E926DFF0B2B}" presName="spacer" presStyleCnt="0"/>
      <dgm:spPr/>
    </dgm:pt>
    <dgm:pt modelId="{533505FC-9062-423E-82E2-320182EA9D22}" type="pres">
      <dgm:prSet presAssocID="{4CC69A88-62FD-4E3A-9AE5-C6B724129FD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B380AF8-34A9-4D2A-AAA9-8D0BAFD84BB6}" type="pres">
      <dgm:prSet presAssocID="{528B8625-03DA-4BF4-B3C9-87827C5A4ECC}" presName="spacer" presStyleCnt="0"/>
      <dgm:spPr/>
    </dgm:pt>
    <dgm:pt modelId="{4293A0FA-27D2-49AE-BC09-0C91609EF25B}" type="pres">
      <dgm:prSet presAssocID="{D4DB367F-28A8-4DD9-A167-53A16E8D321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4B5D79A-4611-4FD2-8F7B-7B80ECD03FFF}" type="pres">
      <dgm:prSet presAssocID="{651309FE-1EC6-433E-B602-1D669B9042C0}" presName="spacer" presStyleCnt="0"/>
      <dgm:spPr/>
    </dgm:pt>
    <dgm:pt modelId="{C3028AC8-C21D-4220-AA75-4B047F3C7F78}" type="pres">
      <dgm:prSet presAssocID="{A529D135-EBE8-481B-9A64-8AD34A9FBA5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9B9FDFE-A8A4-41AF-85DB-63805E6D8A64}" type="pres">
      <dgm:prSet presAssocID="{6F804D6F-FA4E-4067-9AD0-E746529BD13E}" presName="spacer" presStyleCnt="0"/>
      <dgm:spPr/>
    </dgm:pt>
    <dgm:pt modelId="{575D1CED-2686-4414-B0AE-8121C8C80564}" type="pres">
      <dgm:prSet presAssocID="{B0A1C905-3D5C-4ADD-8C87-5935825442A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9FA49AB-030D-4730-9EA9-736D44F0AFA9}" type="pres">
      <dgm:prSet presAssocID="{883E93CD-BD01-4800-9AC6-B22E0D1F28DB}" presName="spacer" presStyleCnt="0"/>
      <dgm:spPr/>
    </dgm:pt>
    <dgm:pt modelId="{86CB9FB7-D3CF-41E2-87DA-966320CC4CC5}" type="pres">
      <dgm:prSet presAssocID="{A8747F8B-7D5C-4773-A531-C293F0F033D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453D617-1F1F-4F0B-9692-DC3B2AE9B430}" type="pres">
      <dgm:prSet presAssocID="{F8A14871-FB70-46CB-BC01-B17E08E257D4}" presName="spacer" presStyleCnt="0"/>
      <dgm:spPr/>
    </dgm:pt>
    <dgm:pt modelId="{EFE19A72-A059-456D-80A8-168067C82316}" type="pres">
      <dgm:prSet presAssocID="{1B359BEA-3357-46D7-96E0-0B5089BD22A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E73FD0D-2DAD-43CB-8AB8-0C08F15AACF6}" type="presOf" srcId="{9C2DD840-523C-4478-82D3-624F14D274C2}" destId="{E3DB01F1-77FB-4F44-AB1D-4C76AB6F614E}" srcOrd="0" destOrd="0" presId="urn:microsoft.com/office/officeart/2005/8/layout/vList2"/>
    <dgm:cxn modelId="{47E7792E-03E9-4807-A3C7-AED4BEDEAFF9}" type="presOf" srcId="{D4DB367F-28A8-4DD9-A167-53A16E8D3210}" destId="{4293A0FA-27D2-49AE-BC09-0C91609EF25B}" srcOrd="0" destOrd="0" presId="urn:microsoft.com/office/officeart/2005/8/layout/vList2"/>
    <dgm:cxn modelId="{94CEB23C-8A3F-48A1-8AB9-2C3CA048350F}" srcId="{9C2DD840-523C-4478-82D3-624F14D274C2}" destId="{A8747F8B-7D5C-4773-A531-C293F0F033D1}" srcOrd="5" destOrd="0" parTransId="{D2EBCAF5-51CE-4D1F-851F-DD43E77AA1A9}" sibTransId="{F8A14871-FB70-46CB-BC01-B17E08E257D4}"/>
    <dgm:cxn modelId="{262DF83F-B939-4085-9A44-5DDE0F6F41BF}" type="presOf" srcId="{A8747F8B-7D5C-4773-A531-C293F0F033D1}" destId="{86CB9FB7-D3CF-41E2-87DA-966320CC4CC5}" srcOrd="0" destOrd="0" presId="urn:microsoft.com/office/officeart/2005/8/layout/vList2"/>
    <dgm:cxn modelId="{DACDAE66-A86D-4CED-AAE3-0F010A9610AC}" type="presOf" srcId="{B0A1C905-3D5C-4ADD-8C87-5935825442A1}" destId="{575D1CED-2686-4414-B0AE-8121C8C80564}" srcOrd="0" destOrd="0" presId="urn:microsoft.com/office/officeart/2005/8/layout/vList2"/>
    <dgm:cxn modelId="{754A9086-94E0-4F24-8021-8EEEC1660300}" srcId="{9C2DD840-523C-4478-82D3-624F14D274C2}" destId="{F9B99BDF-AB7F-4E8C-A481-251B02900030}" srcOrd="0" destOrd="0" parTransId="{8C8DCAF4-673E-4DF3-84A1-91302CAA84AA}" sibTransId="{A4EFEABA-526A-4A9C-ABA7-4E926DFF0B2B}"/>
    <dgm:cxn modelId="{DE6A189E-35AD-4D78-9AE5-BE19935AC5BC}" srcId="{9C2DD840-523C-4478-82D3-624F14D274C2}" destId="{B0A1C905-3D5C-4ADD-8C87-5935825442A1}" srcOrd="4" destOrd="0" parTransId="{9968B721-45D0-42C9-A0D8-41E0AD526EAE}" sibTransId="{883E93CD-BD01-4800-9AC6-B22E0D1F28DB}"/>
    <dgm:cxn modelId="{E2EF05A9-B43B-4FE7-A50A-53517F898DE7}" srcId="{9C2DD840-523C-4478-82D3-624F14D274C2}" destId="{1B359BEA-3357-46D7-96E0-0B5089BD22A2}" srcOrd="6" destOrd="0" parTransId="{AF6122D3-00CC-4BC4-9B48-8E041F5061B0}" sibTransId="{696543BB-9900-4D10-9211-687C8F105D4D}"/>
    <dgm:cxn modelId="{7D2A24AF-EEA7-4B26-BC09-AF7DBDDC3F29}" srcId="{9C2DD840-523C-4478-82D3-624F14D274C2}" destId="{A529D135-EBE8-481B-9A64-8AD34A9FBA58}" srcOrd="3" destOrd="0" parTransId="{BFE7D113-6CA7-48FD-9586-D29E66DD6DA6}" sibTransId="{6F804D6F-FA4E-4067-9AD0-E746529BD13E}"/>
    <dgm:cxn modelId="{7CDF38C3-1FDD-4147-89F6-7BC4830F15FC}" type="presOf" srcId="{1B359BEA-3357-46D7-96E0-0B5089BD22A2}" destId="{EFE19A72-A059-456D-80A8-168067C82316}" srcOrd="0" destOrd="0" presId="urn:microsoft.com/office/officeart/2005/8/layout/vList2"/>
    <dgm:cxn modelId="{675871D4-76AD-419B-8A4C-A743C1B48968}" srcId="{9C2DD840-523C-4478-82D3-624F14D274C2}" destId="{D4DB367F-28A8-4DD9-A167-53A16E8D3210}" srcOrd="2" destOrd="0" parTransId="{04DE6F1D-A71C-4CF4-894B-E6596916146C}" sibTransId="{651309FE-1EC6-433E-B602-1D669B9042C0}"/>
    <dgm:cxn modelId="{BB6B42DC-38C3-42AD-9EEF-93845DA95F36}" srcId="{9C2DD840-523C-4478-82D3-624F14D274C2}" destId="{4CC69A88-62FD-4E3A-9AE5-C6B724129FD4}" srcOrd="1" destOrd="0" parTransId="{2F674396-2021-4D92-B5B3-AF8F967B07CA}" sibTransId="{528B8625-03DA-4BF4-B3C9-87827C5A4ECC}"/>
    <dgm:cxn modelId="{91F96BE7-484E-40A8-931B-32D65BDA5BFE}" type="presOf" srcId="{A529D135-EBE8-481B-9A64-8AD34A9FBA58}" destId="{C3028AC8-C21D-4220-AA75-4B047F3C7F78}" srcOrd="0" destOrd="0" presId="urn:microsoft.com/office/officeart/2005/8/layout/vList2"/>
    <dgm:cxn modelId="{08698DED-A754-41BD-B856-42C39719F398}" type="presOf" srcId="{4CC69A88-62FD-4E3A-9AE5-C6B724129FD4}" destId="{533505FC-9062-423E-82E2-320182EA9D22}" srcOrd="0" destOrd="0" presId="urn:microsoft.com/office/officeart/2005/8/layout/vList2"/>
    <dgm:cxn modelId="{B7CF23F2-75F8-4DD6-9D8B-4F4ACB1AB920}" type="presOf" srcId="{F9B99BDF-AB7F-4E8C-A481-251B02900030}" destId="{AA045001-2EB7-4EF7-B742-08E169F85534}" srcOrd="0" destOrd="0" presId="urn:microsoft.com/office/officeart/2005/8/layout/vList2"/>
    <dgm:cxn modelId="{03F17B67-62E9-4900-9BFA-91285F02897D}" type="presParOf" srcId="{E3DB01F1-77FB-4F44-AB1D-4C76AB6F614E}" destId="{AA045001-2EB7-4EF7-B742-08E169F85534}" srcOrd="0" destOrd="0" presId="urn:microsoft.com/office/officeart/2005/8/layout/vList2"/>
    <dgm:cxn modelId="{14931C51-EDC4-4F6A-9321-6A1EFBD934FD}" type="presParOf" srcId="{E3DB01F1-77FB-4F44-AB1D-4C76AB6F614E}" destId="{5E5202B3-C07D-487C-B38E-CC7C6DDC81ED}" srcOrd="1" destOrd="0" presId="urn:microsoft.com/office/officeart/2005/8/layout/vList2"/>
    <dgm:cxn modelId="{284D786A-90CD-402F-9B41-477011B0A2EE}" type="presParOf" srcId="{E3DB01F1-77FB-4F44-AB1D-4C76AB6F614E}" destId="{533505FC-9062-423E-82E2-320182EA9D22}" srcOrd="2" destOrd="0" presId="urn:microsoft.com/office/officeart/2005/8/layout/vList2"/>
    <dgm:cxn modelId="{8B96E2B3-0053-4405-B3AE-41F370D384CF}" type="presParOf" srcId="{E3DB01F1-77FB-4F44-AB1D-4C76AB6F614E}" destId="{6B380AF8-34A9-4D2A-AAA9-8D0BAFD84BB6}" srcOrd="3" destOrd="0" presId="urn:microsoft.com/office/officeart/2005/8/layout/vList2"/>
    <dgm:cxn modelId="{8CFA220F-4F98-4737-82E0-42F93A1FF918}" type="presParOf" srcId="{E3DB01F1-77FB-4F44-AB1D-4C76AB6F614E}" destId="{4293A0FA-27D2-49AE-BC09-0C91609EF25B}" srcOrd="4" destOrd="0" presId="urn:microsoft.com/office/officeart/2005/8/layout/vList2"/>
    <dgm:cxn modelId="{BF632BB1-E965-468C-99EB-AAC81A9F7454}" type="presParOf" srcId="{E3DB01F1-77FB-4F44-AB1D-4C76AB6F614E}" destId="{24B5D79A-4611-4FD2-8F7B-7B80ECD03FFF}" srcOrd="5" destOrd="0" presId="urn:microsoft.com/office/officeart/2005/8/layout/vList2"/>
    <dgm:cxn modelId="{0EAB919B-E711-4C2A-91A3-6A54670E9F72}" type="presParOf" srcId="{E3DB01F1-77FB-4F44-AB1D-4C76AB6F614E}" destId="{C3028AC8-C21D-4220-AA75-4B047F3C7F78}" srcOrd="6" destOrd="0" presId="urn:microsoft.com/office/officeart/2005/8/layout/vList2"/>
    <dgm:cxn modelId="{FE1F5D68-54D5-49F8-BD92-D49063231D39}" type="presParOf" srcId="{E3DB01F1-77FB-4F44-AB1D-4C76AB6F614E}" destId="{59B9FDFE-A8A4-41AF-85DB-63805E6D8A64}" srcOrd="7" destOrd="0" presId="urn:microsoft.com/office/officeart/2005/8/layout/vList2"/>
    <dgm:cxn modelId="{66080A93-560B-472C-8F15-3D3DB8E9ACC7}" type="presParOf" srcId="{E3DB01F1-77FB-4F44-AB1D-4C76AB6F614E}" destId="{575D1CED-2686-4414-B0AE-8121C8C80564}" srcOrd="8" destOrd="0" presId="urn:microsoft.com/office/officeart/2005/8/layout/vList2"/>
    <dgm:cxn modelId="{DF940CD2-4F14-4F4B-8F46-456CEEFC6FE2}" type="presParOf" srcId="{E3DB01F1-77FB-4F44-AB1D-4C76AB6F614E}" destId="{A9FA49AB-030D-4730-9EA9-736D44F0AFA9}" srcOrd="9" destOrd="0" presId="urn:microsoft.com/office/officeart/2005/8/layout/vList2"/>
    <dgm:cxn modelId="{A709F5E5-A607-4B31-9523-632894146FA6}" type="presParOf" srcId="{E3DB01F1-77FB-4F44-AB1D-4C76AB6F614E}" destId="{86CB9FB7-D3CF-41E2-87DA-966320CC4CC5}" srcOrd="10" destOrd="0" presId="urn:microsoft.com/office/officeart/2005/8/layout/vList2"/>
    <dgm:cxn modelId="{E6C592D5-A12D-4E3C-B367-CC00D76C5EBE}" type="presParOf" srcId="{E3DB01F1-77FB-4F44-AB1D-4C76AB6F614E}" destId="{F453D617-1F1F-4F0B-9692-DC3B2AE9B430}" srcOrd="11" destOrd="0" presId="urn:microsoft.com/office/officeart/2005/8/layout/vList2"/>
    <dgm:cxn modelId="{D8EF5882-6467-4799-A7F5-1D53FBF3159C}" type="presParOf" srcId="{E3DB01F1-77FB-4F44-AB1D-4C76AB6F614E}" destId="{EFE19A72-A059-456D-80A8-168067C8231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F5834C-3308-411C-BDF7-B1B8E456DEF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77896C8-89BE-467A-90F0-F9BC75DF2824}">
      <dgm:prSet/>
      <dgm:spPr/>
      <dgm:t>
        <a:bodyPr/>
        <a:lstStyle/>
        <a:p>
          <a:pPr>
            <a:defRPr cap="all"/>
          </a:pPr>
          <a:r>
            <a:rPr lang="en-US"/>
            <a:t>The system processes queries in four sequential steps:</a:t>
          </a:r>
        </a:p>
      </dgm:t>
    </dgm:pt>
    <dgm:pt modelId="{13D07D95-F593-4741-8E1A-D6570D1AB68B}" type="parTrans" cxnId="{5CE98580-FAB5-405C-98F4-8E95879E4A3A}">
      <dgm:prSet/>
      <dgm:spPr/>
      <dgm:t>
        <a:bodyPr/>
        <a:lstStyle/>
        <a:p>
          <a:endParaRPr lang="en-US"/>
        </a:p>
      </dgm:t>
    </dgm:pt>
    <dgm:pt modelId="{F3AEFA40-EE83-4E10-9AB1-046B05CAE6A2}" type="sibTrans" cxnId="{5CE98580-FAB5-405C-98F4-8E95879E4A3A}">
      <dgm:prSet/>
      <dgm:spPr/>
      <dgm:t>
        <a:bodyPr/>
        <a:lstStyle/>
        <a:p>
          <a:endParaRPr lang="en-US"/>
        </a:p>
      </dgm:t>
    </dgm:pt>
    <dgm:pt modelId="{5229B2B5-91D6-4811-AADE-B583F30B5907}">
      <dgm:prSet/>
      <dgm:spPr/>
      <dgm:t>
        <a:bodyPr/>
        <a:lstStyle/>
        <a:p>
          <a:pPr>
            <a:defRPr cap="all"/>
          </a:pPr>
          <a:r>
            <a:rPr lang="en-US"/>
            <a:t>Step 1: RAG Retrieval - Fetches top 3-5 similar SQL pairs from ChromaDB (80k+ records).</a:t>
          </a:r>
        </a:p>
      </dgm:t>
    </dgm:pt>
    <dgm:pt modelId="{8392E281-8F0B-4E45-91C7-2401052235B2}" type="parTrans" cxnId="{009EBC51-4CF1-42A3-ADB6-C4E712E1CB56}">
      <dgm:prSet/>
      <dgm:spPr/>
      <dgm:t>
        <a:bodyPr/>
        <a:lstStyle/>
        <a:p>
          <a:endParaRPr lang="en-US"/>
        </a:p>
      </dgm:t>
    </dgm:pt>
    <dgm:pt modelId="{CEB3FA61-5EB6-4461-9C26-EA020B23F66C}" type="sibTrans" cxnId="{009EBC51-4CF1-42A3-ADB6-C4E712E1CB56}">
      <dgm:prSet/>
      <dgm:spPr/>
      <dgm:t>
        <a:bodyPr/>
        <a:lstStyle/>
        <a:p>
          <a:endParaRPr lang="en-US"/>
        </a:p>
      </dgm:t>
    </dgm:pt>
    <dgm:pt modelId="{3A9329A8-3E7C-4854-A0C5-36BBCA66AEB5}">
      <dgm:prSet/>
      <dgm:spPr/>
      <dgm:t>
        <a:bodyPr/>
        <a:lstStyle/>
        <a:p>
          <a:pPr>
            <a:defRPr cap="all"/>
          </a:pPr>
          <a:r>
            <a:rPr lang="en-US"/>
            <a:t>Step 2: Prompt Engineering - Analyzes intent and handles edge cases.</a:t>
          </a:r>
        </a:p>
      </dgm:t>
    </dgm:pt>
    <dgm:pt modelId="{6A2F5B4A-6628-43E9-9DDD-50403E153348}" type="parTrans" cxnId="{888E6D5E-7B7F-4CDC-8092-CFBA92586A48}">
      <dgm:prSet/>
      <dgm:spPr/>
      <dgm:t>
        <a:bodyPr/>
        <a:lstStyle/>
        <a:p>
          <a:endParaRPr lang="en-US"/>
        </a:p>
      </dgm:t>
    </dgm:pt>
    <dgm:pt modelId="{D8E457FF-6127-4697-A282-2E9D1D44E71C}" type="sibTrans" cxnId="{888E6D5E-7B7F-4CDC-8092-CFBA92586A48}">
      <dgm:prSet/>
      <dgm:spPr/>
      <dgm:t>
        <a:bodyPr/>
        <a:lstStyle/>
        <a:p>
          <a:endParaRPr lang="en-US"/>
        </a:p>
      </dgm:t>
    </dgm:pt>
    <dgm:pt modelId="{901AA29B-6928-435A-85DC-D26056028944}">
      <dgm:prSet/>
      <dgm:spPr/>
      <dgm:t>
        <a:bodyPr/>
        <a:lstStyle/>
        <a:p>
          <a:pPr>
            <a:defRPr cap="all"/>
          </a:pPr>
          <a:r>
            <a:rPr lang="en-US"/>
            <a:t>Step 3: Fine-Tuned Inference - TinyLlama + LoRA generates the initial SQL.</a:t>
          </a:r>
        </a:p>
      </dgm:t>
    </dgm:pt>
    <dgm:pt modelId="{CC98F981-DA79-47B6-8A57-CC79954EEE15}" type="parTrans" cxnId="{A828EFB7-2ECC-4D98-9350-E14B54193148}">
      <dgm:prSet/>
      <dgm:spPr/>
      <dgm:t>
        <a:bodyPr/>
        <a:lstStyle/>
        <a:p>
          <a:endParaRPr lang="en-US"/>
        </a:p>
      </dgm:t>
    </dgm:pt>
    <dgm:pt modelId="{33FEF9ED-63DB-4723-9F8A-99A3B9DA93E9}" type="sibTrans" cxnId="{A828EFB7-2ECC-4D98-9350-E14B54193148}">
      <dgm:prSet/>
      <dgm:spPr/>
      <dgm:t>
        <a:bodyPr/>
        <a:lstStyle/>
        <a:p>
          <a:endParaRPr lang="en-US"/>
        </a:p>
      </dgm:t>
    </dgm:pt>
    <dgm:pt modelId="{816C2848-4D2C-4382-A2B7-5C6B11D9D8AD}">
      <dgm:prSet/>
      <dgm:spPr/>
      <dgm:t>
        <a:bodyPr/>
        <a:lstStyle/>
        <a:p>
          <a:pPr>
            <a:defRPr cap="all"/>
          </a:pPr>
          <a:r>
            <a:rPr lang="en-US"/>
            <a:t>Step 4: Gemini Enhancement - Refines syntax and generates a natural language explanation.</a:t>
          </a:r>
        </a:p>
      </dgm:t>
    </dgm:pt>
    <dgm:pt modelId="{9E748FFD-4B22-494D-87B3-CA67C3D799EE}" type="parTrans" cxnId="{2476887A-9B99-4815-82AB-CE5BD10ED370}">
      <dgm:prSet/>
      <dgm:spPr/>
      <dgm:t>
        <a:bodyPr/>
        <a:lstStyle/>
        <a:p>
          <a:endParaRPr lang="en-US"/>
        </a:p>
      </dgm:t>
    </dgm:pt>
    <dgm:pt modelId="{B4A97C4F-5B7C-4D58-A94C-9A547ECD2DC7}" type="sibTrans" cxnId="{2476887A-9B99-4815-82AB-CE5BD10ED370}">
      <dgm:prSet/>
      <dgm:spPr/>
      <dgm:t>
        <a:bodyPr/>
        <a:lstStyle/>
        <a:p>
          <a:endParaRPr lang="en-US"/>
        </a:p>
      </dgm:t>
    </dgm:pt>
    <dgm:pt modelId="{D2E07556-F70E-44A8-B6F1-682BC698F8D2}">
      <dgm:prSet/>
      <dgm:spPr/>
      <dgm:t>
        <a:bodyPr/>
        <a:lstStyle/>
        <a:p>
          <a:pPr>
            <a:defRPr cap="all"/>
          </a:pPr>
          <a:r>
            <a:rPr lang="en-US"/>
            <a:t>(Refer to System Architecture Diagram in Documentation Section 2.1)</a:t>
          </a:r>
        </a:p>
      </dgm:t>
    </dgm:pt>
    <dgm:pt modelId="{9625F1BB-CE44-4DDF-A5BA-3E356635A480}" type="parTrans" cxnId="{1A8DBCDA-3584-4C88-B42E-7D51E1A797C0}">
      <dgm:prSet/>
      <dgm:spPr/>
      <dgm:t>
        <a:bodyPr/>
        <a:lstStyle/>
        <a:p>
          <a:endParaRPr lang="en-US"/>
        </a:p>
      </dgm:t>
    </dgm:pt>
    <dgm:pt modelId="{67D5808F-20AC-497A-A768-33B309ABF6BA}" type="sibTrans" cxnId="{1A8DBCDA-3584-4C88-B42E-7D51E1A797C0}">
      <dgm:prSet/>
      <dgm:spPr/>
      <dgm:t>
        <a:bodyPr/>
        <a:lstStyle/>
        <a:p>
          <a:endParaRPr lang="en-US"/>
        </a:p>
      </dgm:t>
    </dgm:pt>
    <dgm:pt modelId="{356917E7-9ABD-4DB9-902D-E66AA9142732}" type="pres">
      <dgm:prSet presAssocID="{9FF5834C-3308-411C-BDF7-B1B8E456DEF2}" presName="root" presStyleCnt="0">
        <dgm:presLayoutVars>
          <dgm:dir/>
          <dgm:resizeHandles val="exact"/>
        </dgm:presLayoutVars>
      </dgm:prSet>
      <dgm:spPr/>
    </dgm:pt>
    <dgm:pt modelId="{F0A0AEF7-77AC-4256-B266-81542E7A8A0A}" type="pres">
      <dgm:prSet presAssocID="{477896C8-89BE-467A-90F0-F9BC75DF2824}" presName="compNode" presStyleCnt="0"/>
      <dgm:spPr/>
    </dgm:pt>
    <dgm:pt modelId="{6C77AF87-7267-4A47-B2E2-5642BE032788}" type="pres">
      <dgm:prSet presAssocID="{477896C8-89BE-467A-90F0-F9BC75DF2824}" presName="iconBgRect" presStyleLbl="bgShp" presStyleIdx="0" presStyleCnt="6"/>
      <dgm:spPr/>
    </dgm:pt>
    <dgm:pt modelId="{EE4F5BEA-0076-41D5-8FAD-B6B8850F2DA7}" type="pres">
      <dgm:prSet presAssocID="{477896C8-89BE-467A-90F0-F9BC75DF282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1E7AEB4-FF26-47CF-AE41-F4547E13C21E}" type="pres">
      <dgm:prSet presAssocID="{477896C8-89BE-467A-90F0-F9BC75DF2824}" presName="spaceRect" presStyleCnt="0"/>
      <dgm:spPr/>
    </dgm:pt>
    <dgm:pt modelId="{7D4D3550-FF9E-455F-AC17-B0427D305895}" type="pres">
      <dgm:prSet presAssocID="{477896C8-89BE-467A-90F0-F9BC75DF2824}" presName="textRect" presStyleLbl="revTx" presStyleIdx="0" presStyleCnt="6">
        <dgm:presLayoutVars>
          <dgm:chMax val="1"/>
          <dgm:chPref val="1"/>
        </dgm:presLayoutVars>
      </dgm:prSet>
      <dgm:spPr/>
    </dgm:pt>
    <dgm:pt modelId="{5B059444-3C93-4B7B-81C3-BDA644F506DD}" type="pres">
      <dgm:prSet presAssocID="{F3AEFA40-EE83-4E10-9AB1-046B05CAE6A2}" presName="sibTrans" presStyleCnt="0"/>
      <dgm:spPr/>
    </dgm:pt>
    <dgm:pt modelId="{32D8603E-DD26-4F85-9791-6FB8B476854C}" type="pres">
      <dgm:prSet presAssocID="{5229B2B5-91D6-4811-AADE-B583F30B5907}" presName="compNode" presStyleCnt="0"/>
      <dgm:spPr/>
    </dgm:pt>
    <dgm:pt modelId="{96EB9191-3161-4D1D-82B0-40E39705FD41}" type="pres">
      <dgm:prSet presAssocID="{5229B2B5-91D6-4811-AADE-B583F30B5907}" presName="iconBgRect" presStyleLbl="bgShp" presStyleIdx="1" presStyleCnt="6"/>
      <dgm:spPr/>
    </dgm:pt>
    <dgm:pt modelId="{33F9DA26-FF68-4A0F-B3F2-F153799366B8}" type="pres">
      <dgm:prSet presAssocID="{5229B2B5-91D6-4811-AADE-B583F30B590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DDC976-CB61-42D6-91F7-AF6790F3C8B3}" type="pres">
      <dgm:prSet presAssocID="{5229B2B5-91D6-4811-AADE-B583F30B5907}" presName="spaceRect" presStyleCnt="0"/>
      <dgm:spPr/>
    </dgm:pt>
    <dgm:pt modelId="{31090F85-AC80-42C6-B69C-47198C778545}" type="pres">
      <dgm:prSet presAssocID="{5229B2B5-91D6-4811-AADE-B583F30B5907}" presName="textRect" presStyleLbl="revTx" presStyleIdx="1" presStyleCnt="6">
        <dgm:presLayoutVars>
          <dgm:chMax val="1"/>
          <dgm:chPref val="1"/>
        </dgm:presLayoutVars>
      </dgm:prSet>
      <dgm:spPr/>
    </dgm:pt>
    <dgm:pt modelId="{24611224-BBC4-4BAE-A573-79908BAE8F06}" type="pres">
      <dgm:prSet presAssocID="{CEB3FA61-5EB6-4461-9C26-EA020B23F66C}" presName="sibTrans" presStyleCnt="0"/>
      <dgm:spPr/>
    </dgm:pt>
    <dgm:pt modelId="{4F8CF71B-6C8B-4E6B-BA36-2758DC60733D}" type="pres">
      <dgm:prSet presAssocID="{3A9329A8-3E7C-4854-A0C5-36BBCA66AEB5}" presName="compNode" presStyleCnt="0"/>
      <dgm:spPr/>
    </dgm:pt>
    <dgm:pt modelId="{440A7894-8FFD-4526-91B3-9C05B2AF13B4}" type="pres">
      <dgm:prSet presAssocID="{3A9329A8-3E7C-4854-A0C5-36BBCA66AEB5}" presName="iconBgRect" presStyleLbl="bgShp" presStyleIdx="2" presStyleCnt="6"/>
      <dgm:spPr/>
    </dgm:pt>
    <dgm:pt modelId="{90016BFF-ED90-4DB2-BF99-FC0422124866}" type="pres">
      <dgm:prSet presAssocID="{3A9329A8-3E7C-4854-A0C5-36BBCA66AEB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A5687F5-07A2-428F-92FB-404C615E110A}" type="pres">
      <dgm:prSet presAssocID="{3A9329A8-3E7C-4854-A0C5-36BBCA66AEB5}" presName="spaceRect" presStyleCnt="0"/>
      <dgm:spPr/>
    </dgm:pt>
    <dgm:pt modelId="{82F95B6B-650A-48EF-9A7E-918E7A7363CD}" type="pres">
      <dgm:prSet presAssocID="{3A9329A8-3E7C-4854-A0C5-36BBCA66AEB5}" presName="textRect" presStyleLbl="revTx" presStyleIdx="2" presStyleCnt="6">
        <dgm:presLayoutVars>
          <dgm:chMax val="1"/>
          <dgm:chPref val="1"/>
        </dgm:presLayoutVars>
      </dgm:prSet>
      <dgm:spPr/>
    </dgm:pt>
    <dgm:pt modelId="{3165A30F-E57B-4DA7-ACC2-7A7245F9C5B3}" type="pres">
      <dgm:prSet presAssocID="{D8E457FF-6127-4697-A282-2E9D1D44E71C}" presName="sibTrans" presStyleCnt="0"/>
      <dgm:spPr/>
    </dgm:pt>
    <dgm:pt modelId="{30AC02F3-1F5A-47EA-8BAB-A02DA764928C}" type="pres">
      <dgm:prSet presAssocID="{901AA29B-6928-435A-85DC-D26056028944}" presName="compNode" presStyleCnt="0"/>
      <dgm:spPr/>
    </dgm:pt>
    <dgm:pt modelId="{A0087B91-B0FB-48B8-A429-23B564D48988}" type="pres">
      <dgm:prSet presAssocID="{901AA29B-6928-435A-85DC-D26056028944}" presName="iconBgRect" presStyleLbl="bgShp" presStyleIdx="3" presStyleCnt="6"/>
      <dgm:spPr/>
    </dgm:pt>
    <dgm:pt modelId="{11928B52-ECA9-4A1A-9D65-48C9BE3FC37F}" type="pres">
      <dgm:prSet presAssocID="{901AA29B-6928-435A-85DC-D2605602894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A8EDA4E-F743-42CB-A8F9-F1A28774578B}" type="pres">
      <dgm:prSet presAssocID="{901AA29B-6928-435A-85DC-D26056028944}" presName="spaceRect" presStyleCnt="0"/>
      <dgm:spPr/>
    </dgm:pt>
    <dgm:pt modelId="{B61D0999-541F-479D-9E6E-B74E638F40D8}" type="pres">
      <dgm:prSet presAssocID="{901AA29B-6928-435A-85DC-D26056028944}" presName="textRect" presStyleLbl="revTx" presStyleIdx="3" presStyleCnt="6">
        <dgm:presLayoutVars>
          <dgm:chMax val="1"/>
          <dgm:chPref val="1"/>
        </dgm:presLayoutVars>
      </dgm:prSet>
      <dgm:spPr/>
    </dgm:pt>
    <dgm:pt modelId="{2CEC9B95-7B74-4D26-8E4D-A4A6B82FC0A4}" type="pres">
      <dgm:prSet presAssocID="{33FEF9ED-63DB-4723-9F8A-99A3B9DA93E9}" presName="sibTrans" presStyleCnt="0"/>
      <dgm:spPr/>
    </dgm:pt>
    <dgm:pt modelId="{F867061A-D027-4E49-88C2-8F89EA26B34E}" type="pres">
      <dgm:prSet presAssocID="{816C2848-4D2C-4382-A2B7-5C6B11D9D8AD}" presName="compNode" presStyleCnt="0"/>
      <dgm:spPr/>
    </dgm:pt>
    <dgm:pt modelId="{D158C92F-D962-4A51-8B53-1D67E16FA020}" type="pres">
      <dgm:prSet presAssocID="{816C2848-4D2C-4382-A2B7-5C6B11D9D8AD}" presName="iconBgRect" presStyleLbl="bgShp" presStyleIdx="4" presStyleCnt="6"/>
      <dgm:spPr/>
    </dgm:pt>
    <dgm:pt modelId="{5CE37FB8-1540-479F-8E8D-2CC8576F0DBF}" type="pres">
      <dgm:prSet presAssocID="{816C2848-4D2C-4382-A2B7-5C6B11D9D8A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k"/>
        </a:ext>
      </dgm:extLst>
    </dgm:pt>
    <dgm:pt modelId="{F9A31659-9C59-4B39-AF88-7986BF01431B}" type="pres">
      <dgm:prSet presAssocID="{816C2848-4D2C-4382-A2B7-5C6B11D9D8AD}" presName="spaceRect" presStyleCnt="0"/>
      <dgm:spPr/>
    </dgm:pt>
    <dgm:pt modelId="{A1DD1170-5222-4706-BAE9-556E12E4C933}" type="pres">
      <dgm:prSet presAssocID="{816C2848-4D2C-4382-A2B7-5C6B11D9D8AD}" presName="textRect" presStyleLbl="revTx" presStyleIdx="4" presStyleCnt="6">
        <dgm:presLayoutVars>
          <dgm:chMax val="1"/>
          <dgm:chPref val="1"/>
        </dgm:presLayoutVars>
      </dgm:prSet>
      <dgm:spPr/>
    </dgm:pt>
    <dgm:pt modelId="{16F47B54-A950-455F-B5A7-860EF369AB87}" type="pres">
      <dgm:prSet presAssocID="{B4A97C4F-5B7C-4D58-A94C-9A547ECD2DC7}" presName="sibTrans" presStyleCnt="0"/>
      <dgm:spPr/>
    </dgm:pt>
    <dgm:pt modelId="{CC2D4567-1918-4CE3-9087-C05E315B2C3D}" type="pres">
      <dgm:prSet presAssocID="{D2E07556-F70E-44A8-B6F1-682BC698F8D2}" presName="compNode" presStyleCnt="0"/>
      <dgm:spPr/>
    </dgm:pt>
    <dgm:pt modelId="{B41D99AC-CB4D-4BDC-BF2B-06197B943C0D}" type="pres">
      <dgm:prSet presAssocID="{D2E07556-F70E-44A8-B6F1-682BC698F8D2}" presName="iconBgRect" presStyleLbl="bgShp" presStyleIdx="5" presStyleCnt="6"/>
      <dgm:spPr/>
    </dgm:pt>
    <dgm:pt modelId="{84D9150F-0560-4F9E-AA32-A3CE55AF5309}" type="pres">
      <dgm:prSet presAssocID="{D2E07556-F70E-44A8-B6F1-682BC698F8D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08251CA-9DCF-4DDE-BBE5-398B59096730}" type="pres">
      <dgm:prSet presAssocID="{D2E07556-F70E-44A8-B6F1-682BC698F8D2}" presName="spaceRect" presStyleCnt="0"/>
      <dgm:spPr/>
    </dgm:pt>
    <dgm:pt modelId="{A7977EA5-1F71-4241-B79F-4316B22BA2D0}" type="pres">
      <dgm:prSet presAssocID="{D2E07556-F70E-44A8-B6F1-682BC698F8D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43EBD23-6CE7-4E7E-9BAF-BA11A7D22A67}" type="presOf" srcId="{477896C8-89BE-467A-90F0-F9BC75DF2824}" destId="{7D4D3550-FF9E-455F-AC17-B0427D305895}" srcOrd="0" destOrd="0" presId="urn:microsoft.com/office/officeart/2018/5/layout/IconCircleLabelList"/>
    <dgm:cxn modelId="{9489DE39-32BD-423A-A2E5-558261538648}" type="presOf" srcId="{3A9329A8-3E7C-4854-A0C5-36BBCA66AEB5}" destId="{82F95B6B-650A-48EF-9A7E-918E7A7363CD}" srcOrd="0" destOrd="0" presId="urn:microsoft.com/office/officeart/2018/5/layout/IconCircleLabelList"/>
    <dgm:cxn modelId="{888E6D5E-7B7F-4CDC-8092-CFBA92586A48}" srcId="{9FF5834C-3308-411C-BDF7-B1B8E456DEF2}" destId="{3A9329A8-3E7C-4854-A0C5-36BBCA66AEB5}" srcOrd="2" destOrd="0" parTransId="{6A2F5B4A-6628-43E9-9DDD-50403E153348}" sibTransId="{D8E457FF-6127-4697-A282-2E9D1D44E71C}"/>
    <dgm:cxn modelId="{EC6E3368-3766-463A-88EE-D92AD525C7B1}" type="presOf" srcId="{816C2848-4D2C-4382-A2B7-5C6B11D9D8AD}" destId="{A1DD1170-5222-4706-BAE9-556E12E4C933}" srcOrd="0" destOrd="0" presId="urn:microsoft.com/office/officeart/2018/5/layout/IconCircleLabelList"/>
    <dgm:cxn modelId="{CE16B471-4FBF-40C9-A0C5-8EAC55EA872F}" type="presOf" srcId="{901AA29B-6928-435A-85DC-D26056028944}" destId="{B61D0999-541F-479D-9E6E-B74E638F40D8}" srcOrd="0" destOrd="0" presId="urn:microsoft.com/office/officeart/2018/5/layout/IconCircleLabelList"/>
    <dgm:cxn modelId="{009EBC51-4CF1-42A3-ADB6-C4E712E1CB56}" srcId="{9FF5834C-3308-411C-BDF7-B1B8E456DEF2}" destId="{5229B2B5-91D6-4811-AADE-B583F30B5907}" srcOrd="1" destOrd="0" parTransId="{8392E281-8F0B-4E45-91C7-2401052235B2}" sibTransId="{CEB3FA61-5EB6-4461-9C26-EA020B23F66C}"/>
    <dgm:cxn modelId="{2476887A-9B99-4815-82AB-CE5BD10ED370}" srcId="{9FF5834C-3308-411C-BDF7-B1B8E456DEF2}" destId="{816C2848-4D2C-4382-A2B7-5C6B11D9D8AD}" srcOrd="4" destOrd="0" parTransId="{9E748FFD-4B22-494D-87B3-CA67C3D799EE}" sibTransId="{B4A97C4F-5B7C-4D58-A94C-9A547ECD2DC7}"/>
    <dgm:cxn modelId="{5CE98580-FAB5-405C-98F4-8E95879E4A3A}" srcId="{9FF5834C-3308-411C-BDF7-B1B8E456DEF2}" destId="{477896C8-89BE-467A-90F0-F9BC75DF2824}" srcOrd="0" destOrd="0" parTransId="{13D07D95-F593-4741-8E1A-D6570D1AB68B}" sibTransId="{F3AEFA40-EE83-4E10-9AB1-046B05CAE6A2}"/>
    <dgm:cxn modelId="{37DC1881-020E-4C23-AA18-DEFB9B87B865}" type="presOf" srcId="{5229B2B5-91D6-4811-AADE-B583F30B5907}" destId="{31090F85-AC80-42C6-B69C-47198C778545}" srcOrd="0" destOrd="0" presId="urn:microsoft.com/office/officeart/2018/5/layout/IconCircleLabelList"/>
    <dgm:cxn modelId="{A828EFB7-2ECC-4D98-9350-E14B54193148}" srcId="{9FF5834C-3308-411C-BDF7-B1B8E456DEF2}" destId="{901AA29B-6928-435A-85DC-D26056028944}" srcOrd="3" destOrd="0" parTransId="{CC98F981-DA79-47B6-8A57-CC79954EEE15}" sibTransId="{33FEF9ED-63DB-4723-9F8A-99A3B9DA93E9}"/>
    <dgm:cxn modelId="{8D0D4CBC-4D1D-40EA-A6EF-78B92C9B957C}" type="presOf" srcId="{9FF5834C-3308-411C-BDF7-B1B8E456DEF2}" destId="{356917E7-9ABD-4DB9-902D-E66AA9142732}" srcOrd="0" destOrd="0" presId="urn:microsoft.com/office/officeart/2018/5/layout/IconCircleLabelList"/>
    <dgm:cxn modelId="{1A8DBCDA-3584-4C88-B42E-7D51E1A797C0}" srcId="{9FF5834C-3308-411C-BDF7-B1B8E456DEF2}" destId="{D2E07556-F70E-44A8-B6F1-682BC698F8D2}" srcOrd="5" destOrd="0" parTransId="{9625F1BB-CE44-4DDF-A5BA-3E356635A480}" sibTransId="{67D5808F-20AC-497A-A768-33B309ABF6BA}"/>
    <dgm:cxn modelId="{618624E0-E436-43A0-8EDA-78ED6F223C2D}" type="presOf" srcId="{D2E07556-F70E-44A8-B6F1-682BC698F8D2}" destId="{A7977EA5-1F71-4241-B79F-4316B22BA2D0}" srcOrd="0" destOrd="0" presId="urn:microsoft.com/office/officeart/2018/5/layout/IconCircleLabelList"/>
    <dgm:cxn modelId="{C1F3DF5D-F90B-47E4-AB45-1344F1FA62CC}" type="presParOf" srcId="{356917E7-9ABD-4DB9-902D-E66AA9142732}" destId="{F0A0AEF7-77AC-4256-B266-81542E7A8A0A}" srcOrd="0" destOrd="0" presId="urn:microsoft.com/office/officeart/2018/5/layout/IconCircleLabelList"/>
    <dgm:cxn modelId="{CB452AE6-78B9-49ED-9171-CDF424C98E86}" type="presParOf" srcId="{F0A0AEF7-77AC-4256-B266-81542E7A8A0A}" destId="{6C77AF87-7267-4A47-B2E2-5642BE032788}" srcOrd="0" destOrd="0" presId="urn:microsoft.com/office/officeart/2018/5/layout/IconCircleLabelList"/>
    <dgm:cxn modelId="{492F4794-C4A9-4F4E-BAF1-2A649DA9C7D4}" type="presParOf" srcId="{F0A0AEF7-77AC-4256-B266-81542E7A8A0A}" destId="{EE4F5BEA-0076-41D5-8FAD-B6B8850F2DA7}" srcOrd="1" destOrd="0" presId="urn:microsoft.com/office/officeart/2018/5/layout/IconCircleLabelList"/>
    <dgm:cxn modelId="{BBA5E9F4-0FD8-45AE-9066-1503170F71D1}" type="presParOf" srcId="{F0A0AEF7-77AC-4256-B266-81542E7A8A0A}" destId="{11E7AEB4-FF26-47CF-AE41-F4547E13C21E}" srcOrd="2" destOrd="0" presId="urn:microsoft.com/office/officeart/2018/5/layout/IconCircleLabelList"/>
    <dgm:cxn modelId="{42677BFD-CCA7-4FA3-A854-1030FB653189}" type="presParOf" srcId="{F0A0AEF7-77AC-4256-B266-81542E7A8A0A}" destId="{7D4D3550-FF9E-455F-AC17-B0427D305895}" srcOrd="3" destOrd="0" presId="urn:microsoft.com/office/officeart/2018/5/layout/IconCircleLabelList"/>
    <dgm:cxn modelId="{C990783C-BFD7-441B-AFD9-E269BF9C3BF1}" type="presParOf" srcId="{356917E7-9ABD-4DB9-902D-E66AA9142732}" destId="{5B059444-3C93-4B7B-81C3-BDA644F506DD}" srcOrd="1" destOrd="0" presId="urn:microsoft.com/office/officeart/2018/5/layout/IconCircleLabelList"/>
    <dgm:cxn modelId="{BD6AA8B2-723B-43D4-9D3B-9CB2DB6E7563}" type="presParOf" srcId="{356917E7-9ABD-4DB9-902D-E66AA9142732}" destId="{32D8603E-DD26-4F85-9791-6FB8B476854C}" srcOrd="2" destOrd="0" presId="urn:microsoft.com/office/officeart/2018/5/layout/IconCircleLabelList"/>
    <dgm:cxn modelId="{596153A2-D961-43BE-93AA-17BDA39B4908}" type="presParOf" srcId="{32D8603E-DD26-4F85-9791-6FB8B476854C}" destId="{96EB9191-3161-4D1D-82B0-40E39705FD41}" srcOrd="0" destOrd="0" presId="urn:microsoft.com/office/officeart/2018/5/layout/IconCircleLabelList"/>
    <dgm:cxn modelId="{5B25FBDE-645F-44EE-935E-F923B9E3C937}" type="presParOf" srcId="{32D8603E-DD26-4F85-9791-6FB8B476854C}" destId="{33F9DA26-FF68-4A0F-B3F2-F153799366B8}" srcOrd="1" destOrd="0" presId="urn:microsoft.com/office/officeart/2018/5/layout/IconCircleLabelList"/>
    <dgm:cxn modelId="{48B31569-4912-46C9-A363-D6F987B20029}" type="presParOf" srcId="{32D8603E-DD26-4F85-9791-6FB8B476854C}" destId="{06DDC976-CB61-42D6-91F7-AF6790F3C8B3}" srcOrd="2" destOrd="0" presId="urn:microsoft.com/office/officeart/2018/5/layout/IconCircleLabelList"/>
    <dgm:cxn modelId="{C92E4863-B61B-455F-8134-C8B0AD258415}" type="presParOf" srcId="{32D8603E-DD26-4F85-9791-6FB8B476854C}" destId="{31090F85-AC80-42C6-B69C-47198C778545}" srcOrd="3" destOrd="0" presId="urn:microsoft.com/office/officeart/2018/5/layout/IconCircleLabelList"/>
    <dgm:cxn modelId="{3498CEB0-6297-4D16-ADA9-1EBC1D6DD039}" type="presParOf" srcId="{356917E7-9ABD-4DB9-902D-E66AA9142732}" destId="{24611224-BBC4-4BAE-A573-79908BAE8F06}" srcOrd="3" destOrd="0" presId="urn:microsoft.com/office/officeart/2018/5/layout/IconCircleLabelList"/>
    <dgm:cxn modelId="{D0A72DA2-EEEC-4104-9461-97ED1BEE328D}" type="presParOf" srcId="{356917E7-9ABD-4DB9-902D-E66AA9142732}" destId="{4F8CF71B-6C8B-4E6B-BA36-2758DC60733D}" srcOrd="4" destOrd="0" presId="urn:microsoft.com/office/officeart/2018/5/layout/IconCircleLabelList"/>
    <dgm:cxn modelId="{E24EF97A-9E33-444A-94BB-5E0445DF1327}" type="presParOf" srcId="{4F8CF71B-6C8B-4E6B-BA36-2758DC60733D}" destId="{440A7894-8FFD-4526-91B3-9C05B2AF13B4}" srcOrd="0" destOrd="0" presId="urn:microsoft.com/office/officeart/2018/5/layout/IconCircleLabelList"/>
    <dgm:cxn modelId="{C9E87286-04B5-49A3-95DE-AC565DED0C51}" type="presParOf" srcId="{4F8CF71B-6C8B-4E6B-BA36-2758DC60733D}" destId="{90016BFF-ED90-4DB2-BF99-FC0422124866}" srcOrd="1" destOrd="0" presId="urn:microsoft.com/office/officeart/2018/5/layout/IconCircleLabelList"/>
    <dgm:cxn modelId="{0EB514DC-850B-4B43-93CB-05CC146A8EAD}" type="presParOf" srcId="{4F8CF71B-6C8B-4E6B-BA36-2758DC60733D}" destId="{5A5687F5-07A2-428F-92FB-404C615E110A}" srcOrd="2" destOrd="0" presId="urn:microsoft.com/office/officeart/2018/5/layout/IconCircleLabelList"/>
    <dgm:cxn modelId="{EC875AB2-F245-4CFB-B18A-4FFAFD19ABC9}" type="presParOf" srcId="{4F8CF71B-6C8B-4E6B-BA36-2758DC60733D}" destId="{82F95B6B-650A-48EF-9A7E-918E7A7363CD}" srcOrd="3" destOrd="0" presId="urn:microsoft.com/office/officeart/2018/5/layout/IconCircleLabelList"/>
    <dgm:cxn modelId="{E4F254E5-7DB7-4688-B37F-656AB103F9F2}" type="presParOf" srcId="{356917E7-9ABD-4DB9-902D-E66AA9142732}" destId="{3165A30F-E57B-4DA7-ACC2-7A7245F9C5B3}" srcOrd="5" destOrd="0" presId="urn:microsoft.com/office/officeart/2018/5/layout/IconCircleLabelList"/>
    <dgm:cxn modelId="{1CEBACAB-795C-40CC-B890-98B9E6654060}" type="presParOf" srcId="{356917E7-9ABD-4DB9-902D-E66AA9142732}" destId="{30AC02F3-1F5A-47EA-8BAB-A02DA764928C}" srcOrd="6" destOrd="0" presId="urn:microsoft.com/office/officeart/2018/5/layout/IconCircleLabelList"/>
    <dgm:cxn modelId="{B29936C9-CD6D-48BA-A7A2-C48CDEA434AA}" type="presParOf" srcId="{30AC02F3-1F5A-47EA-8BAB-A02DA764928C}" destId="{A0087B91-B0FB-48B8-A429-23B564D48988}" srcOrd="0" destOrd="0" presId="urn:microsoft.com/office/officeart/2018/5/layout/IconCircleLabelList"/>
    <dgm:cxn modelId="{BCEC394A-48F9-4B62-99C5-71459B069302}" type="presParOf" srcId="{30AC02F3-1F5A-47EA-8BAB-A02DA764928C}" destId="{11928B52-ECA9-4A1A-9D65-48C9BE3FC37F}" srcOrd="1" destOrd="0" presId="urn:microsoft.com/office/officeart/2018/5/layout/IconCircleLabelList"/>
    <dgm:cxn modelId="{5C6B7CEC-024F-4A53-95A3-4256B11B688D}" type="presParOf" srcId="{30AC02F3-1F5A-47EA-8BAB-A02DA764928C}" destId="{1A8EDA4E-F743-42CB-A8F9-F1A28774578B}" srcOrd="2" destOrd="0" presId="urn:microsoft.com/office/officeart/2018/5/layout/IconCircleLabelList"/>
    <dgm:cxn modelId="{15DD7CC8-3376-4A85-A5E4-96FD2B4A1C20}" type="presParOf" srcId="{30AC02F3-1F5A-47EA-8BAB-A02DA764928C}" destId="{B61D0999-541F-479D-9E6E-B74E638F40D8}" srcOrd="3" destOrd="0" presId="urn:microsoft.com/office/officeart/2018/5/layout/IconCircleLabelList"/>
    <dgm:cxn modelId="{A6AECBBD-CFAD-4537-83CB-E8184F94AD5D}" type="presParOf" srcId="{356917E7-9ABD-4DB9-902D-E66AA9142732}" destId="{2CEC9B95-7B74-4D26-8E4D-A4A6B82FC0A4}" srcOrd="7" destOrd="0" presId="urn:microsoft.com/office/officeart/2018/5/layout/IconCircleLabelList"/>
    <dgm:cxn modelId="{BDCFF7B8-CC43-4AEC-AA65-C91E49ABF796}" type="presParOf" srcId="{356917E7-9ABD-4DB9-902D-E66AA9142732}" destId="{F867061A-D027-4E49-88C2-8F89EA26B34E}" srcOrd="8" destOrd="0" presId="urn:microsoft.com/office/officeart/2018/5/layout/IconCircleLabelList"/>
    <dgm:cxn modelId="{66B86FC0-B9D2-4D43-9AC7-E78E72300ADA}" type="presParOf" srcId="{F867061A-D027-4E49-88C2-8F89EA26B34E}" destId="{D158C92F-D962-4A51-8B53-1D67E16FA020}" srcOrd="0" destOrd="0" presId="urn:microsoft.com/office/officeart/2018/5/layout/IconCircleLabelList"/>
    <dgm:cxn modelId="{CE3F172D-B266-484C-A85D-EDA2297E1177}" type="presParOf" srcId="{F867061A-D027-4E49-88C2-8F89EA26B34E}" destId="{5CE37FB8-1540-479F-8E8D-2CC8576F0DBF}" srcOrd="1" destOrd="0" presId="urn:microsoft.com/office/officeart/2018/5/layout/IconCircleLabelList"/>
    <dgm:cxn modelId="{E18A586C-44E1-4421-A0CC-AACF2B33284A}" type="presParOf" srcId="{F867061A-D027-4E49-88C2-8F89EA26B34E}" destId="{F9A31659-9C59-4B39-AF88-7986BF01431B}" srcOrd="2" destOrd="0" presId="urn:microsoft.com/office/officeart/2018/5/layout/IconCircleLabelList"/>
    <dgm:cxn modelId="{798B7935-0254-4452-BC91-988F6B886774}" type="presParOf" srcId="{F867061A-D027-4E49-88C2-8F89EA26B34E}" destId="{A1DD1170-5222-4706-BAE9-556E12E4C933}" srcOrd="3" destOrd="0" presId="urn:microsoft.com/office/officeart/2018/5/layout/IconCircleLabelList"/>
    <dgm:cxn modelId="{63D329AA-C427-49DB-87F2-06A1696E2C6E}" type="presParOf" srcId="{356917E7-9ABD-4DB9-902D-E66AA9142732}" destId="{16F47B54-A950-455F-B5A7-860EF369AB87}" srcOrd="9" destOrd="0" presId="urn:microsoft.com/office/officeart/2018/5/layout/IconCircleLabelList"/>
    <dgm:cxn modelId="{1C8CEDB2-F451-45C4-9A40-7F958F1BBE79}" type="presParOf" srcId="{356917E7-9ABD-4DB9-902D-E66AA9142732}" destId="{CC2D4567-1918-4CE3-9087-C05E315B2C3D}" srcOrd="10" destOrd="0" presId="urn:microsoft.com/office/officeart/2018/5/layout/IconCircleLabelList"/>
    <dgm:cxn modelId="{4CFFF910-FE57-4421-B847-BE768283829E}" type="presParOf" srcId="{CC2D4567-1918-4CE3-9087-C05E315B2C3D}" destId="{B41D99AC-CB4D-4BDC-BF2B-06197B943C0D}" srcOrd="0" destOrd="0" presId="urn:microsoft.com/office/officeart/2018/5/layout/IconCircleLabelList"/>
    <dgm:cxn modelId="{048430CD-5BA3-4352-B9B4-2BDCB4B96D24}" type="presParOf" srcId="{CC2D4567-1918-4CE3-9087-C05E315B2C3D}" destId="{84D9150F-0560-4F9E-AA32-A3CE55AF5309}" srcOrd="1" destOrd="0" presId="urn:microsoft.com/office/officeart/2018/5/layout/IconCircleLabelList"/>
    <dgm:cxn modelId="{41A7B61D-C859-461F-B5D6-8A13E0EFDE9D}" type="presParOf" srcId="{CC2D4567-1918-4CE3-9087-C05E315B2C3D}" destId="{208251CA-9DCF-4DDE-BBE5-398B59096730}" srcOrd="2" destOrd="0" presId="urn:microsoft.com/office/officeart/2018/5/layout/IconCircleLabelList"/>
    <dgm:cxn modelId="{41E88D61-79F7-4D91-B694-440748FA87E4}" type="presParOf" srcId="{CC2D4567-1918-4CE3-9087-C05E315B2C3D}" destId="{A7977EA5-1F71-4241-B79F-4316B22BA2D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7D2559-450F-4F6E-813C-B4B09A6876E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94F7DA4-C571-4455-BF9B-E85DD776B3BA}">
      <dgm:prSet/>
      <dgm:spPr/>
      <dgm:t>
        <a:bodyPr/>
        <a:lstStyle/>
        <a:p>
          <a:r>
            <a:rPr lang="en-US"/>
            <a:t>Training Pipeline: Offline pipeline for synthetic augmentation and fine-tuning.</a:t>
          </a:r>
        </a:p>
      </dgm:t>
    </dgm:pt>
    <dgm:pt modelId="{7008A4F6-4224-484B-AC8A-BAEDB24290FE}" type="parTrans" cxnId="{D9C2519F-D965-4CF1-942A-BAD51C1354C8}">
      <dgm:prSet/>
      <dgm:spPr/>
      <dgm:t>
        <a:bodyPr/>
        <a:lstStyle/>
        <a:p>
          <a:endParaRPr lang="en-US"/>
        </a:p>
      </dgm:t>
    </dgm:pt>
    <dgm:pt modelId="{60DB4882-7128-407A-A468-C9443A894E85}" type="sibTrans" cxnId="{D9C2519F-D965-4CF1-942A-BAD51C1354C8}">
      <dgm:prSet/>
      <dgm:spPr/>
      <dgm:t>
        <a:bodyPr/>
        <a:lstStyle/>
        <a:p>
          <a:endParaRPr lang="en-US"/>
        </a:p>
      </dgm:t>
    </dgm:pt>
    <dgm:pt modelId="{B469F0AA-42E3-444F-98BE-AE415AB8FD68}">
      <dgm:prSet/>
      <dgm:spPr/>
      <dgm:t>
        <a:bodyPr/>
        <a:lstStyle/>
        <a:p>
          <a:r>
            <a:rPr lang="en-US"/>
            <a:t>Synthetic Augmentation: Applied 5 methods (Synonym, Insertion, Swap, Structure, Case).</a:t>
          </a:r>
        </a:p>
      </dgm:t>
    </dgm:pt>
    <dgm:pt modelId="{1B33ED54-6A3D-4B69-9C8C-9F2042014985}" type="parTrans" cxnId="{093EEAD0-FCA2-48C6-8D3D-4ECF43631D98}">
      <dgm:prSet/>
      <dgm:spPr/>
      <dgm:t>
        <a:bodyPr/>
        <a:lstStyle/>
        <a:p>
          <a:endParaRPr lang="en-US"/>
        </a:p>
      </dgm:t>
    </dgm:pt>
    <dgm:pt modelId="{F645BEAB-A717-45A6-8041-4152252579B9}" type="sibTrans" cxnId="{093EEAD0-FCA2-48C6-8D3D-4ECF43631D98}">
      <dgm:prSet/>
      <dgm:spPr/>
      <dgm:t>
        <a:bodyPr/>
        <a:lstStyle/>
        <a:p>
          <a:endParaRPr lang="en-US"/>
        </a:p>
      </dgm:t>
    </dgm:pt>
    <dgm:pt modelId="{2FA8B007-3276-42BF-9A68-D4A1570B739F}">
      <dgm:prSet/>
      <dgm:spPr/>
      <dgm:t>
        <a:bodyPr/>
        <a:lstStyle/>
        <a:p>
          <a:r>
            <a:rPr lang="en-US"/>
            <a:t>Dataset Expansion: Increased data by 2.72x (52k to 142k samples).</a:t>
          </a:r>
        </a:p>
      </dgm:t>
    </dgm:pt>
    <dgm:pt modelId="{79F54325-0954-4BF3-936E-71469815A0EE}" type="parTrans" cxnId="{8135C90E-A128-47A7-8F13-CEDA9FBD0FE6}">
      <dgm:prSet/>
      <dgm:spPr/>
      <dgm:t>
        <a:bodyPr/>
        <a:lstStyle/>
        <a:p>
          <a:endParaRPr lang="en-US"/>
        </a:p>
      </dgm:t>
    </dgm:pt>
    <dgm:pt modelId="{A79B360E-6F03-498A-A0CD-C2358FD59D80}" type="sibTrans" cxnId="{8135C90E-A128-47A7-8F13-CEDA9FBD0FE6}">
      <dgm:prSet/>
      <dgm:spPr/>
      <dgm:t>
        <a:bodyPr/>
        <a:lstStyle/>
        <a:p>
          <a:endParaRPr lang="en-US"/>
        </a:p>
      </dgm:t>
    </dgm:pt>
    <dgm:pt modelId="{30E0E6D2-6F4C-4D41-9FB7-D6EE8D37CB38}">
      <dgm:prSet/>
      <dgm:spPr/>
      <dgm:t>
        <a:bodyPr/>
        <a:lstStyle/>
        <a:p>
          <a:r>
            <a:rPr lang="en-US"/>
            <a:t>Diversity: Maintained an average diversity score of 0.283 to ensure variation.</a:t>
          </a:r>
        </a:p>
      </dgm:t>
    </dgm:pt>
    <dgm:pt modelId="{192B7150-C2B5-42CD-AB99-C6E1000B8997}" type="parTrans" cxnId="{C31105BD-02C9-4A39-A9F8-E2B0C7718C18}">
      <dgm:prSet/>
      <dgm:spPr/>
      <dgm:t>
        <a:bodyPr/>
        <a:lstStyle/>
        <a:p>
          <a:endParaRPr lang="en-US"/>
        </a:p>
      </dgm:t>
    </dgm:pt>
    <dgm:pt modelId="{7B7CEBBB-EF7F-48D9-88D2-D8BFEB0071E6}" type="sibTrans" cxnId="{C31105BD-02C9-4A39-A9F8-E2B0C7718C18}">
      <dgm:prSet/>
      <dgm:spPr/>
      <dgm:t>
        <a:bodyPr/>
        <a:lstStyle/>
        <a:p>
          <a:endParaRPr lang="en-US"/>
        </a:p>
      </dgm:t>
    </dgm:pt>
    <dgm:pt modelId="{4DBCC956-0A5F-46F6-8A96-80ACFDE9408A}" type="pres">
      <dgm:prSet presAssocID="{577D2559-450F-4F6E-813C-B4B09A6876E2}" presName="linear" presStyleCnt="0">
        <dgm:presLayoutVars>
          <dgm:animLvl val="lvl"/>
          <dgm:resizeHandles val="exact"/>
        </dgm:presLayoutVars>
      </dgm:prSet>
      <dgm:spPr/>
    </dgm:pt>
    <dgm:pt modelId="{053BE133-8CE8-4AE9-A594-3666F2114429}" type="pres">
      <dgm:prSet presAssocID="{C94F7DA4-C571-4455-BF9B-E85DD776B3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EAA895-2609-439C-9CBA-47C3E3C56299}" type="pres">
      <dgm:prSet presAssocID="{60DB4882-7128-407A-A468-C9443A894E85}" presName="spacer" presStyleCnt="0"/>
      <dgm:spPr/>
    </dgm:pt>
    <dgm:pt modelId="{0B32BFB0-5862-45F6-AE10-CC717B2A6516}" type="pres">
      <dgm:prSet presAssocID="{B469F0AA-42E3-444F-98BE-AE415AB8FD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D654026-C212-4418-A244-68BFB8A602E4}" type="pres">
      <dgm:prSet presAssocID="{F645BEAB-A717-45A6-8041-4152252579B9}" presName="spacer" presStyleCnt="0"/>
      <dgm:spPr/>
    </dgm:pt>
    <dgm:pt modelId="{2DFAD2D0-81C6-4396-9A40-769FB569F655}" type="pres">
      <dgm:prSet presAssocID="{2FA8B007-3276-42BF-9A68-D4A1570B73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078770-8061-476B-8277-4EF9287443B0}" type="pres">
      <dgm:prSet presAssocID="{A79B360E-6F03-498A-A0CD-C2358FD59D80}" presName="spacer" presStyleCnt="0"/>
      <dgm:spPr/>
    </dgm:pt>
    <dgm:pt modelId="{77C6922C-85CE-4A3B-A26F-1D91E47732DC}" type="pres">
      <dgm:prSet presAssocID="{30E0E6D2-6F4C-4D41-9FB7-D6EE8D37CB3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35C90E-A128-47A7-8F13-CEDA9FBD0FE6}" srcId="{577D2559-450F-4F6E-813C-B4B09A6876E2}" destId="{2FA8B007-3276-42BF-9A68-D4A1570B739F}" srcOrd="2" destOrd="0" parTransId="{79F54325-0954-4BF3-936E-71469815A0EE}" sibTransId="{A79B360E-6F03-498A-A0CD-C2358FD59D80}"/>
    <dgm:cxn modelId="{A8F37229-735C-4A44-816B-35C26A759A5F}" type="presOf" srcId="{B469F0AA-42E3-444F-98BE-AE415AB8FD68}" destId="{0B32BFB0-5862-45F6-AE10-CC717B2A6516}" srcOrd="0" destOrd="0" presId="urn:microsoft.com/office/officeart/2005/8/layout/vList2"/>
    <dgm:cxn modelId="{0BBFB132-AB16-418A-8B28-47E3AE763F94}" type="presOf" srcId="{577D2559-450F-4F6E-813C-B4B09A6876E2}" destId="{4DBCC956-0A5F-46F6-8A96-80ACFDE9408A}" srcOrd="0" destOrd="0" presId="urn:microsoft.com/office/officeart/2005/8/layout/vList2"/>
    <dgm:cxn modelId="{8754EC7C-77B8-4F88-B633-BB05715CB35F}" type="presOf" srcId="{C94F7DA4-C571-4455-BF9B-E85DD776B3BA}" destId="{053BE133-8CE8-4AE9-A594-3666F2114429}" srcOrd="0" destOrd="0" presId="urn:microsoft.com/office/officeart/2005/8/layout/vList2"/>
    <dgm:cxn modelId="{D9C2519F-D965-4CF1-942A-BAD51C1354C8}" srcId="{577D2559-450F-4F6E-813C-B4B09A6876E2}" destId="{C94F7DA4-C571-4455-BF9B-E85DD776B3BA}" srcOrd="0" destOrd="0" parTransId="{7008A4F6-4224-484B-AC8A-BAEDB24290FE}" sibTransId="{60DB4882-7128-407A-A468-C9443A894E85}"/>
    <dgm:cxn modelId="{C31105BD-02C9-4A39-A9F8-E2B0C7718C18}" srcId="{577D2559-450F-4F6E-813C-B4B09A6876E2}" destId="{30E0E6D2-6F4C-4D41-9FB7-D6EE8D37CB38}" srcOrd="3" destOrd="0" parTransId="{192B7150-C2B5-42CD-AB99-C6E1000B8997}" sibTransId="{7B7CEBBB-EF7F-48D9-88D2-D8BFEB0071E6}"/>
    <dgm:cxn modelId="{093EEAD0-FCA2-48C6-8D3D-4ECF43631D98}" srcId="{577D2559-450F-4F6E-813C-B4B09A6876E2}" destId="{B469F0AA-42E3-444F-98BE-AE415AB8FD68}" srcOrd="1" destOrd="0" parTransId="{1B33ED54-6A3D-4B69-9C8C-9F2042014985}" sibTransId="{F645BEAB-A717-45A6-8041-4152252579B9}"/>
    <dgm:cxn modelId="{C178B0E6-DA72-4B2C-A64E-B66B16404050}" type="presOf" srcId="{30E0E6D2-6F4C-4D41-9FB7-D6EE8D37CB38}" destId="{77C6922C-85CE-4A3B-A26F-1D91E47732DC}" srcOrd="0" destOrd="0" presId="urn:microsoft.com/office/officeart/2005/8/layout/vList2"/>
    <dgm:cxn modelId="{54A81FF5-5B48-498E-97B0-957F0AADA222}" type="presOf" srcId="{2FA8B007-3276-42BF-9A68-D4A1570B739F}" destId="{2DFAD2D0-81C6-4396-9A40-769FB569F655}" srcOrd="0" destOrd="0" presId="urn:microsoft.com/office/officeart/2005/8/layout/vList2"/>
    <dgm:cxn modelId="{B0AB0D0E-ACC3-4996-BE23-FC40CBDB523B}" type="presParOf" srcId="{4DBCC956-0A5F-46F6-8A96-80ACFDE9408A}" destId="{053BE133-8CE8-4AE9-A594-3666F2114429}" srcOrd="0" destOrd="0" presId="urn:microsoft.com/office/officeart/2005/8/layout/vList2"/>
    <dgm:cxn modelId="{3682BCEE-A1EF-46F3-9517-7E0EA4B00459}" type="presParOf" srcId="{4DBCC956-0A5F-46F6-8A96-80ACFDE9408A}" destId="{0BEAA895-2609-439C-9CBA-47C3E3C56299}" srcOrd="1" destOrd="0" presId="urn:microsoft.com/office/officeart/2005/8/layout/vList2"/>
    <dgm:cxn modelId="{93ADD3CD-6917-4F74-B13C-C21C2662DED4}" type="presParOf" srcId="{4DBCC956-0A5F-46F6-8A96-80ACFDE9408A}" destId="{0B32BFB0-5862-45F6-AE10-CC717B2A6516}" srcOrd="2" destOrd="0" presId="urn:microsoft.com/office/officeart/2005/8/layout/vList2"/>
    <dgm:cxn modelId="{204793DA-D30A-49C6-9F8C-E8C336E7C56E}" type="presParOf" srcId="{4DBCC956-0A5F-46F6-8A96-80ACFDE9408A}" destId="{1D654026-C212-4418-A244-68BFB8A602E4}" srcOrd="3" destOrd="0" presId="urn:microsoft.com/office/officeart/2005/8/layout/vList2"/>
    <dgm:cxn modelId="{168A3A2E-20B3-47E7-8362-F3D053459551}" type="presParOf" srcId="{4DBCC956-0A5F-46F6-8A96-80ACFDE9408A}" destId="{2DFAD2D0-81C6-4396-9A40-769FB569F655}" srcOrd="4" destOrd="0" presId="urn:microsoft.com/office/officeart/2005/8/layout/vList2"/>
    <dgm:cxn modelId="{9708230B-5D4F-43AC-9C7E-8A6E8BD159A7}" type="presParOf" srcId="{4DBCC956-0A5F-46F6-8A96-80ACFDE9408A}" destId="{66078770-8061-476B-8277-4EF9287443B0}" srcOrd="5" destOrd="0" presId="urn:microsoft.com/office/officeart/2005/8/layout/vList2"/>
    <dgm:cxn modelId="{0E782DC5-06DF-439F-A406-4355CE54E9D6}" type="presParOf" srcId="{4DBCC956-0A5F-46F6-8A96-80ACFDE9408A}" destId="{77C6922C-85CE-4A3B-A26F-1D91E47732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A54617-6B1E-427E-9F24-8D8738D66A0C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7D990E-F0C8-4002-A0A3-C4EF85BA4A8B}">
      <dgm:prSet/>
      <dgm:spPr/>
      <dgm:t>
        <a:bodyPr/>
        <a:lstStyle/>
        <a:p>
          <a:r>
            <a:rPr lang="en-US"/>
            <a:t>Privacy: Sensitive data (Email, Phone, SSN) is anonymized during training.</a:t>
          </a:r>
        </a:p>
      </dgm:t>
    </dgm:pt>
    <dgm:pt modelId="{3B79C2B0-F312-431D-93B5-CAEDC3B5B61E}" type="parTrans" cxnId="{0AD860D6-181C-4BD6-8410-747E00B0DC84}">
      <dgm:prSet/>
      <dgm:spPr/>
      <dgm:t>
        <a:bodyPr/>
        <a:lstStyle/>
        <a:p>
          <a:endParaRPr lang="en-US"/>
        </a:p>
      </dgm:t>
    </dgm:pt>
    <dgm:pt modelId="{FAD3CCC9-2EDD-4C46-86B8-2B791248F136}" type="sibTrans" cxnId="{0AD860D6-181C-4BD6-8410-747E00B0DC84}">
      <dgm:prSet/>
      <dgm:spPr/>
      <dgm:t>
        <a:bodyPr/>
        <a:lstStyle/>
        <a:p>
          <a:endParaRPr lang="en-US"/>
        </a:p>
      </dgm:t>
    </dgm:pt>
    <dgm:pt modelId="{C31F2B47-B51A-43B6-95F8-7EABB211F171}">
      <dgm:prSet/>
      <dgm:spPr/>
      <dgm:t>
        <a:bodyPr/>
        <a:lstStyle/>
        <a:p>
          <a:r>
            <a:rPr lang="en-US"/>
            <a:t>Safety: Edge case detection prevents dangerous operations (DROP, TRUNCATE).</a:t>
          </a:r>
        </a:p>
      </dgm:t>
    </dgm:pt>
    <dgm:pt modelId="{188482CA-93EF-4386-BD4D-6EC1A6834D48}" type="parTrans" cxnId="{118DB602-6C73-498C-820B-199634AA2F60}">
      <dgm:prSet/>
      <dgm:spPr/>
      <dgm:t>
        <a:bodyPr/>
        <a:lstStyle/>
        <a:p>
          <a:endParaRPr lang="en-US"/>
        </a:p>
      </dgm:t>
    </dgm:pt>
    <dgm:pt modelId="{7FB2709C-35E6-4409-AA9D-41A4E1B3527A}" type="sibTrans" cxnId="{118DB602-6C73-498C-820B-199634AA2F60}">
      <dgm:prSet/>
      <dgm:spPr/>
      <dgm:t>
        <a:bodyPr/>
        <a:lstStyle/>
        <a:p>
          <a:endParaRPr lang="en-US"/>
        </a:p>
      </dgm:t>
    </dgm:pt>
    <dgm:pt modelId="{7F41D9B3-69B2-49BC-9403-4EC4D0BAF087}">
      <dgm:prSet/>
      <dgm:spPr/>
      <dgm:t>
        <a:bodyPr/>
        <a:lstStyle/>
        <a:p>
          <a:r>
            <a:rPr lang="en-US"/>
            <a:t>Future Improvements:</a:t>
          </a:r>
        </a:p>
      </dgm:t>
    </dgm:pt>
    <dgm:pt modelId="{031BA6B1-74DC-48B4-BDD1-823B88D7F8C5}" type="parTrans" cxnId="{DE1C253E-A417-4ED3-8CC9-1432700512B6}">
      <dgm:prSet/>
      <dgm:spPr/>
      <dgm:t>
        <a:bodyPr/>
        <a:lstStyle/>
        <a:p>
          <a:endParaRPr lang="en-US"/>
        </a:p>
      </dgm:t>
    </dgm:pt>
    <dgm:pt modelId="{5EE9C2DF-1916-4816-8D78-09497E670EB0}" type="sibTrans" cxnId="{DE1C253E-A417-4ED3-8CC9-1432700512B6}">
      <dgm:prSet/>
      <dgm:spPr/>
      <dgm:t>
        <a:bodyPr/>
        <a:lstStyle/>
        <a:p>
          <a:endParaRPr lang="en-US"/>
        </a:p>
      </dgm:t>
    </dgm:pt>
    <dgm:pt modelId="{832BF597-71DB-42C4-A734-DBFE1EB027A2}">
      <dgm:prSet/>
      <dgm:spPr/>
      <dgm:t>
        <a:bodyPr/>
        <a:lstStyle/>
        <a:p>
          <a:r>
            <a:rPr lang="en-US"/>
            <a:t>• Support for specific SQL dialects (PostgreSQL, MySQL).</a:t>
          </a:r>
        </a:p>
      </dgm:t>
    </dgm:pt>
    <dgm:pt modelId="{860FDE6D-DDB1-4C48-8330-874CD878FF84}" type="parTrans" cxnId="{F7B2AECD-A853-499C-BD7D-7430E0FD8A03}">
      <dgm:prSet/>
      <dgm:spPr/>
      <dgm:t>
        <a:bodyPr/>
        <a:lstStyle/>
        <a:p>
          <a:endParaRPr lang="en-US"/>
        </a:p>
      </dgm:t>
    </dgm:pt>
    <dgm:pt modelId="{FDBD8973-849F-4053-B2A3-0BE247E95B43}" type="sibTrans" cxnId="{F7B2AECD-A853-499C-BD7D-7430E0FD8A03}">
      <dgm:prSet/>
      <dgm:spPr/>
      <dgm:t>
        <a:bodyPr/>
        <a:lstStyle/>
        <a:p>
          <a:endParaRPr lang="en-US"/>
        </a:p>
      </dgm:t>
    </dgm:pt>
    <dgm:pt modelId="{D3486F39-8124-4A02-AE79-982418DFDB1C}">
      <dgm:prSet/>
      <dgm:spPr/>
      <dgm:t>
        <a:bodyPr/>
        <a:lstStyle/>
        <a:p>
          <a:r>
            <a:rPr lang="en-US"/>
            <a:t>• Integration of a visual query builder.</a:t>
          </a:r>
        </a:p>
      </dgm:t>
    </dgm:pt>
    <dgm:pt modelId="{E6D291BC-F486-4BBF-90EA-49538A4FE65E}" type="parTrans" cxnId="{01B9F081-22EB-403F-80AF-E42DDD41B3EF}">
      <dgm:prSet/>
      <dgm:spPr/>
      <dgm:t>
        <a:bodyPr/>
        <a:lstStyle/>
        <a:p>
          <a:endParaRPr lang="en-US"/>
        </a:p>
      </dgm:t>
    </dgm:pt>
    <dgm:pt modelId="{B510D2DD-8896-42E7-9F93-17DCC9A51E25}" type="sibTrans" cxnId="{01B9F081-22EB-403F-80AF-E42DDD41B3EF}">
      <dgm:prSet/>
      <dgm:spPr/>
      <dgm:t>
        <a:bodyPr/>
        <a:lstStyle/>
        <a:p>
          <a:endParaRPr lang="en-US"/>
        </a:p>
      </dgm:t>
    </dgm:pt>
    <dgm:pt modelId="{447470EF-A312-4A91-BD74-A25E09FF883F}">
      <dgm:prSet/>
      <dgm:spPr/>
      <dgm:t>
        <a:bodyPr/>
        <a:lstStyle/>
        <a:p>
          <a:r>
            <a:rPr lang="en-US"/>
            <a:t>• Direct database connection for execution.</a:t>
          </a:r>
        </a:p>
      </dgm:t>
    </dgm:pt>
    <dgm:pt modelId="{685B289F-8656-4641-9BE5-B53292E6AE99}" type="parTrans" cxnId="{57627F5B-610B-489B-B615-77AC5B6C659D}">
      <dgm:prSet/>
      <dgm:spPr/>
      <dgm:t>
        <a:bodyPr/>
        <a:lstStyle/>
        <a:p>
          <a:endParaRPr lang="en-US"/>
        </a:p>
      </dgm:t>
    </dgm:pt>
    <dgm:pt modelId="{549A7DA0-FF07-4FDF-B65F-2DCAF8FFC457}" type="sibTrans" cxnId="{57627F5B-610B-489B-B615-77AC5B6C659D}">
      <dgm:prSet/>
      <dgm:spPr/>
      <dgm:t>
        <a:bodyPr/>
        <a:lstStyle/>
        <a:p>
          <a:endParaRPr lang="en-US"/>
        </a:p>
      </dgm:t>
    </dgm:pt>
    <dgm:pt modelId="{9AAE350D-7590-4F16-A6DD-27BF36FD9A8E}" type="pres">
      <dgm:prSet presAssocID="{E0A54617-6B1E-427E-9F24-8D8738D66A0C}" presName="diagram" presStyleCnt="0">
        <dgm:presLayoutVars>
          <dgm:dir/>
          <dgm:resizeHandles val="exact"/>
        </dgm:presLayoutVars>
      </dgm:prSet>
      <dgm:spPr/>
    </dgm:pt>
    <dgm:pt modelId="{9013799E-4AAF-4DC9-8DF9-D0A13F8F83DA}" type="pres">
      <dgm:prSet presAssocID="{727D990E-F0C8-4002-A0A3-C4EF85BA4A8B}" presName="node" presStyleLbl="node1" presStyleIdx="0" presStyleCnt="6">
        <dgm:presLayoutVars>
          <dgm:bulletEnabled val="1"/>
        </dgm:presLayoutVars>
      </dgm:prSet>
      <dgm:spPr/>
    </dgm:pt>
    <dgm:pt modelId="{01DC69FB-EDE9-407C-B4AB-F049034D1647}" type="pres">
      <dgm:prSet presAssocID="{FAD3CCC9-2EDD-4C46-86B8-2B791248F136}" presName="sibTrans" presStyleCnt="0"/>
      <dgm:spPr/>
    </dgm:pt>
    <dgm:pt modelId="{07DAF0F3-B8FB-47F2-845B-5593590C42D6}" type="pres">
      <dgm:prSet presAssocID="{C31F2B47-B51A-43B6-95F8-7EABB211F171}" presName="node" presStyleLbl="node1" presStyleIdx="1" presStyleCnt="6">
        <dgm:presLayoutVars>
          <dgm:bulletEnabled val="1"/>
        </dgm:presLayoutVars>
      </dgm:prSet>
      <dgm:spPr/>
    </dgm:pt>
    <dgm:pt modelId="{ECFCEE0F-BA45-4489-87F7-A3DF72186D99}" type="pres">
      <dgm:prSet presAssocID="{7FB2709C-35E6-4409-AA9D-41A4E1B3527A}" presName="sibTrans" presStyleCnt="0"/>
      <dgm:spPr/>
    </dgm:pt>
    <dgm:pt modelId="{CB24CFF7-5AFE-48BC-8E34-373A029DC194}" type="pres">
      <dgm:prSet presAssocID="{7F41D9B3-69B2-49BC-9403-4EC4D0BAF087}" presName="node" presStyleLbl="node1" presStyleIdx="2" presStyleCnt="6">
        <dgm:presLayoutVars>
          <dgm:bulletEnabled val="1"/>
        </dgm:presLayoutVars>
      </dgm:prSet>
      <dgm:spPr/>
    </dgm:pt>
    <dgm:pt modelId="{C4932DE0-A69A-4B6C-B6DB-502ECA05FD47}" type="pres">
      <dgm:prSet presAssocID="{5EE9C2DF-1916-4816-8D78-09497E670EB0}" presName="sibTrans" presStyleCnt="0"/>
      <dgm:spPr/>
    </dgm:pt>
    <dgm:pt modelId="{3B8F38F3-AD0B-47B6-ACB8-A1F5F9830E56}" type="pres">
      <dgm:prSet presAssocID="{832BF597-71DB-42C4-A734-DBFE1EB027A2}" presName="node" presStyleLbl="node1" presStyleIdx="3" presStyleCnt="6">
        <dgm:presLayoutVars>
          <dgm:bulletEnabled val="1"/>
        </dgm:presLayoutVars>
      </dgm:prSet>
      <dgm:spPr/>
    </dgm:pt>
    <dgm:pt modelId="{0275C269-76DE-41E9-89B4-87CD59D69E2F}" type="pres">
      <dgm:prSet presAssocID="{FDBD8973-849F-4053-B2A3-0BE247E95B43}" presName="sibTrans" presStyleCnt="0"/>
      <dgm:spPr/>
    </dgm:pt>
    <dgm:pt modelId="{63A16BE5-CD79-4C69-80B8-C788278DB10B}" type="pres">
      <dgm:prSet presAssocID="{D3486F39-8124-4A02-AE79-982418DFDB1C}" presName="node" presStyleLbl="node1" presStyleIdx="4" presStyleCnt="6">
        <dgm:presLayoutVars>
          <dgm:bulletEnabled val="1"/>
        </dgm:presLayoutVars>
      </dgm:prSet>
      <dgm:spPr/>
    </dgm:pt>
    <dgm:pt modelId="{3DB2DA6D-B962-4CFE-BC67-83CE08188DE8}" type="pres">
      <dgm:prSet presAssocID="{B510D2DD-8896-42E7-9F93-17DCC9A51E25}" presName="sibTrans" presStyleCnt="0"/>
      <dgm:spPr/>
    </dgm:pt>
    <dgm:pt modelId="{3DF8CDEE-0CA7-4D30-BBF9-FB98B01C81DF}" type="pres">
      <dgm:prSet presAssocID="{447470EF-A312-4A91-BD74-A25E09FF883F}" presName="node" presStyleLbl="node1" presStyleIdx="5" presStyleCnt="6">
        <dgm:presLayoutVars>
          <dgm:bulletEnabled val="1"/>
        </dgm:presLayoutVars>
      </dgm:prSet>
      <dgm:spPr/>
    </dgm:pt>
  </dgm:ptLst>
  <dgm:cxnLst>
    <dgm:cxn modelId="{118DB602-6C73-498C-820B-199634AA2F60}" srcId="{E0A54617-6B1E-427E-9F24-8D8738D66A0C}" destId="{C31F2B47-B51A-43B6-95F8-7EABB211F171}" srcOrd="1" destOrd="0" parTransId="{188482CA-93EF-4386-BD4D-6EC1A6834D48}" sibTransId="{7FB2709C-35E6-4409-AA9D-41A4E1B3527A}"/>
    <dgm:cxn modelId="{B4EA4B16-568A-4A29-9172-5AC58C8671FE}" type="presOf" srcId="{D3486F39-8124-4A02-AE79-982418DFDB1C}" destId="{63A16BE5-CD79-4C69-80B8-C788278DB10B}" srcOrd="0" destOrd="0" presId="urn:microsoft.com/office/officeart/2005/8/layout/default"/>
    <dgm:cxn modelId="{A59D1C1A-F41C-496E-96E0-AD1D96E0F3B2}" type="presOf" srcId="{447470EF-A312-4A91-BD74-A25E09FF883F}" destId="{3DF8CDEE-0CA7-4D30-BBF9-FB98B01C81DF}" srcOrd="0" destOrd="0" presId="urn:microsoft.com/office/officeart/2005/8/layout/default"/>
    <dgm:cxn modelId="{D3BA2F26-D63C-47E2-8374-611DD27D60C1}" type="presOf" srcId="{727D990E-F0C8-4002-A0A3-C4EF85BA4A8B}" destId="{9013799E-4AAF-4DC9-8DF9-D0A13F8F83DA}" srcOrd="0" destOrd="0" presId="urn:microsoft.com/office/officeart/2005/8/layout/default"/>
    <dgm:cxn modelId="{DE1C253E-A417-4ED3-8CC9-1432700512B6}" srcId="{E0A54617-6B1E-427E-9F24-8D8738D66A0C}" destId="{7F41D9B3-69B2-49BC-9403-4EC4D0BAF087}" srcOrd="2" destOrd="0" parTransId="{031BA6B1-74DC-48B4-BDD1-823B88D7F8C5}" sibTransId="{5EE9C2DF-1916-4816-8D78-09497E670EB0}"/>
    <dgm:cxn modelId="{57627F5B-610B-489B-B615-77AC5B6C659D}" srcId="{E0A54617-6B1E-427E-9F24-8D8738D66A0C}" destId="{447470EF-A312-4A91-BD74-A25E09FF883F}" srcOrd="5" destOrd="0" parTransId="{685B289F-8656-4641-9BE5-B53292E6AE99}" sibTransId="{549A7DA0-FF07-4FDF-B65F-2DCAF8FFC457}"/>
    <dgm:cxn modelId="{4AEB7541-86CD-44BD-94EA-8A3D540D7DE3}" type="presOf" srcId="{7F41D9B3-69B2-49BC-9403-4EC4D0BAF087}" destId="{CB24CFF7-5AFE-48BC-8E34-373A029DC194}" srcOrd="0" destOrd="0" presId="urn:microsoft.com/office/officeart/2005/8/layout/default"/>
    <dgm:cxn modelId="{D3F73270-2772-4875-93D7-BED2BDEE6EA2}" type="presOf" srcId="{832BF597-71DB-42C4-A734-DBFE1EB027A2}" destId="{3B8F38F3-AD0B-47B6-ACB8-A1F5F9830E56}" srcOrd="0" destOrd="0" presId="urn:microsoft.com/office/officeart/2005/8/layout/default"/>
    <dgm:cxn modelId="{9EE98551-E329-4D9C-8F65-34F289F7CBF6}" type="presOf" srcId="{C31F2B47-B51A-43B6-95F8-7EABB211F171}" destId="{07DAF0F3-B8FB-47F2-845B-5593590C42D6}" srcOrd="0" destOrd="0" presId="urn:microsoft.com/office/officeart/2005/8/layout/default"/>
    <dgm:cxn modelId="{01B9F081-22EB-403F-80AF-E42DDD41B3EF}" srcId="{E0A54617-6B1E-427E-9F24-8D8738D66A0C}" destId="{D3486F39-8124-4A02-AE79-982418DFDB1C}" srcOrd="4" destOrd="0" parTransId="{E6D291BC-F486-4BBF-90EA-49538A4FE65E}" sibTransId="{B510D2DD-8896-42E7-9F93-17DCC9A51E25}"/>
    <dgm:cxn modelId="{63CED3B6-F6CC-4B1B-B44E-328800BA8DCC}" type="presOf" srcId="{E0A54617-6B1E-427E-9F24-8D8738D66A0C}" destId="{9AAE350D-7590-4F16-A6DD-27BF36FD9A8E}" srcOrd="0" destOrd="0" presId="urn:microsoft.com/office/officeart/2005/8/layout/default"/>
    <dgm:cxn modelId="{F7B2AECD-A853-499C-BD7D-7430E0FD8A03}" srcId="{E0A54617-6B1E-427E-9F24-8D8738D66A0C}" destId="{832BF597-71DB-42C4-A734-DBFE1EB027A2}" srcOrd="3" destOrd="0" parTransId="{860FDE6D-DDB1-4C48-8330-874CD878FF84}" sibTransId="{FDBD8973-849F-4053-B2A3-0BE247E95B43}"/>
    <dgm:cxn modelId="{0AD860D6-181C-4BD6-8410-747E00B0DC84}" srcId="{E0A54617-6B1E-427E-9F24-8D8738D66A0C}" destId="{727D990E-F0C8-4002-A0A3-C4EF85BA4A8B}" srcOrd="0" destOrd="0" parTransId="{3B79C2B0-F312-431D-93B5-CAEDC3B5B61E}" sibTransId="{FAD3CCC9-2EDD-4C46-86B8-2B791248F136}"/>
    <dgm:cxn modelId="{910333B1-4F09-4483-8801-709BE7104995}" type="presParOf" srcId="{9AAE350D-7590-4F16-A6DD-27BF36FD9A8E}" destId="{9013799E-4AAF-4DC9-8DF9-D0A13F8F83DA}" srcOrd="0" destOrd="0" presId="urn:microsoft.com/office/officeart/2005/8/layout/default"/>
    <dgm:cxn modelId="{DD95DB85-ED70-4A41-83F4-6F960053D373}" type="presParOf" srcId="{9AAE350D-7590-4F16-A6DD-27BF36FD9A8E}" destId="{01DC69FB-EDE9-407C-B4AB-F049034D1647}" srcOrd="1" destOrd="0" presId="urn:microsoft.com/office/officeart/2005/8/layout/default"/>
    <dgm:cxn modelId="{AC9BDD75-1CF3-41D0-A655-5F13471BF050}" type="presParOf" srcId="{9AAE350D-7590-4F16-A6DD-27BF36FD9A8E}" destId="{07DAF0F3-B8FB-47F2-845B-5593590C42D6}" srcOrd="2" destOrd="0" presId="urn:microsoft.com/office/officeart/2005/8/layout/default"/>
    <dgm:cxn modelId="{587EB9E2-A10B-4258-8278-5A46338B2285}" type="presParOf" srcId="{9AAE350D-7590-4F16-A6DD-27BF36FD9A8E}" destId="{ECFCEE0F-BA45-4489-87F7-A3DF72186D99}" srcOrd="3" destOrd="0" presId="urn:microsoft.com/office/officeart/2005/8/layout/default"/>
    <dgm:cxn modelId="{6C460BA0-788F-409C-BF6A-C85A3AC09FD7}" type="presParOf" srcId="{9AAE350D-7590-4F16-A6DD-27BF36FD9A8E}" destId="{CB24CFF7-5AFE-48BC-8E34-373A029DC194}" srcOrd="4" destOrd="0" presId="urn:microsoft.com/office/officeart/2005/8/layout/default"/>
    <dgm:cxn modelId="{0C96C26C-79A4-4597-9453-EE637DB65C27}" type="presParOf" srcId="{9AAE350D-7590-4F16-A6DD-27BF36FD9A8E}" destId="{C4932DE0-A69A-4B6C-B6DB-502ECA05FD47}" srcOrd="5" destOrd="0" presId="urn:microsoft.com/office/officeart/2005/8/layout/default"/>
    <dgm:cxn modelId="{FF259177-C02E-45AF-A5C5-0A570B8F4AC9}" type="presParOf" srcId="{9AAE350D-7590-4F16-A6DD-27BF36FD9A8E}" destId="{3B8F38F3-AD0B-47B6-ACB8-A1F5F9830E56}" srcOrd="6" destOrd="0" presId="urn:microsoft.com/office/officeart/2005/8/layout/default"/>
    <dgm:cxn modelId="{9189D610-83D1-4231-AF05-FD1F45D2A34F}" type="presParOf" srcId="{9AAE350D-7590-4F16-A6DD-27BF36FD9A8E}" destId="{0275C269-76DE-41E9-89B4-87CD59D69E2F}" srcOrd="7" destOrd="0" presId="urn:microsoft.com/office/officeart/2005/8/layout/default"/>
    <dgm:cxn modelId="{C13E6B69-C50E-4730-AEC1-C343C7F4069E}" type="presParOf" srcId="{9AAE350D-7590-4F16-A6DD-27BF36FD9A8E}" destId="{63A16BE5-CD79-4C69-80B8-C788278DB10B}" srcOrd="8" destOrd="0" presId="urn:microsoft.com/office/officeart/2005/8/layout/default"/>
    <dgm:cxn modelId="{EFC596BF-557C-42B3-B8FB-04083D601B93}" type="presParOf" srcId="{9AAE350D-7590-4F16-A6DD-27BF36FD9A8E}" destId="{3DB2DA6D-B962-4CFE-BC67-83CE08188DE8}" srcOrd="9" destOrd="0" presId="urn:microsoft.com/office/officeart/2005/8/layout/default"/>
    <dgm:cxn modelId="{873FB545-9CAE-4E2D-9ADD-4CD6F71A4EE3}" type="presParOf" srcId="{9AAE350D-7590-4F16-A6DD-27BF36FD9A8E}" destId="{3DF8CDEE-0CA7-4D30-BBF9-FB98B01C81D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45001-2EB7-4EF7-B742-08E169F85534}">
      <dsp:nvSpPr>
        <dsp:cNvPr id="0" name=""/>
        <dsp:cNvSpPr/>
      </dsp:nvSpPr>
      <dsp:spPr>
        <a:xfrm>
          <a:off x="0" y="52530"/>
          <a:ext cx="6740553" cy="4773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Challenge: SQL is difficult for beginners due to complex syntax, lack of feedback, and translation difficulties.</a:t>
          </a:r>
        </a:p>
      </dsp:txBody>
      <dsp:txXfrm>
        <a:off x="23303" y="75833"/>
        <a:ext cx="6693947" cy="430753"/>
      </dsp:txXfrm>
    </dsp:sp>
    <dsp:sp modelId="{533505FC-9062-423E-82E2-320182EA9D22}">
      <dsp:nvSpPr>
        <dsp:cNvPr id="0" name=""/>
        <dsp:cNvSpPr/>
      </dsp:nvSpPr>
      <dsp:spPr>
        <a:xfrm>
          <a:off x="0" y="564450"/>
          <a:ext cx="6740553" cy="477359"/>
        </a:xfrm>
        <a:prstGeom prst="roundRect">
          <a:avLst/>
        </a:prstGeom>
        <a:gradFill rotWithShape="0">
          <a:gsLst>
            <a:gs pos="0">
              <a:schemeClr val="accent2">
                <a:hueOff val="75528"/>
                <a:satOff val="-7999"/>
                <a:lumOff val="-196"/>
                <a:alphaOff val="0"/>
                <a:tint val="96000"/>
                <a:lumMod val="104000"/>
              </a:schemeClr>
            </a:gs>
            <a:gs pos="100000">
              <a:schemeClr val="accent2">
                <a:hueOff val="75528"/>
                <a:satOff val="-7999"/>
                <a:lumOff val="-19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Current Limitations: Existing tools (ChatGPT, StackOverflow) often lack domain-specific context or interactive explanations.</a:t>
          </a:r>
        </a:p>
      </dsp:txBody>
      <dsp:txXfrm>
        <a:off x="23303" y="587753"/>
        <a:ext cx="6693947" cy="430753"/>
      </dsp:txXfrm>
    </dsp:sp>
    <dsp:sp modelId="{4293A0FA-27D2-49AE-BC09-0C91609EF25B}">
      <dsp:nvSpPr>
        <dsp:cNvPr id="0" name=""/>
        <dsp:cNvSpPr/>
      </dsp:nvSpPr>
      <dsp:spPr>
        <a:xfrm>
          <a:off x="0" y="1076370"/>
          <a:ext cx="6740553" cy="477359"/>
        </a:xfrm>
        <a:prstGeom prst="roundRect">
          <a:avLst/>
        </a:prstGeom>
        <a:gradFill rotWithShape="0">
          <a:gsLst>
            <a:gs pos="0">
              <a:schemeClr val="accent2">
                <a:hueOff val="151055"/>
                <a:satOff val="-15998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151055"/>
                <a:satOff val="-15998"/>
                <a:lumOff val="-39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Solution: An intelligent chatbot combining four core techniques:</a:t>
          </a:r>
        </a:p>
      </dsp:txBody>
      <dsp:txXfrm>
        <a:off x="23303" y="1099673"/>
        <a:ext cx="6693947" cy="430753"/>
      </dsp:txXfrm>
    </dsp:sp>
    <dsp:sp modelId="{C3028AC8-C21D-4220-AA75-4B047F3C7F78}">
      <dsp:nvSpPr>
        <dsp:cNvPr id="0" name=""/>
        <dsp:cNvSpPr/>
      </dsp:nvSpPr>
      <dsp:spPr>
        <a:xfrm>
          <a:off x="0" y="1588290"/>
          <a:ext cx="6740553" cy="477359"/>
        </a:xfrm>
        <a:prstGeom prst="roundRect">
          <a:avLst/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Retrieval-Augmented Generation (RAG) for similar examples.</a:t>
          </a:r>
        </a:p>
      </dsp:txBody>
      <dsp:txXfrm>
        <a:off x="23303" y="1611593"/>
        <a:ext cx="6693947" cy="430753"/>
      </dsp:txXfrm>
    </dsp:sp>
    <dsp:sp modelId="{575D1CED-2686-4414-B0AE-8121C8C80564}">
      <dsp:nvSpPr>
        <dsp:cNvPr id="0" name=""/>
        <dsp:cNvSpPr/>
      </dsp:nvSpPr>
      <dsp:spPr>
        <a:xfrm>
          <a:off x="0" y="2100210"/>
          <a:ext cx="6740553" cy="477359"/>
        </a:xfrm>
        <a:prstGeom prst="roundRect">
          <a:avLst/>
        </a:prstGeom>
        <a:gradFill rotWithShape="0">
          <a:gsLst>
            <a:gs pos="0">
              <a:schemeClr val="accent2">
                <a:hueOff val="302110"/>
                <a:satOff val="-31995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302110"/>
                <a:satOff val="-31995"/>
                <a:lumOff val="-78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Fine-Tuned LLM (TinyLlama) for domain generation.</a:t>
          </a:r>
        </a:p>
      </dsp:txBody>
      <dsp:txXfrm>
        <a:off x="23303" y="2123513"/>
        <a:ext cx="6693947" cy="430753"/>
      </dsp:txXfrm>
    </dsp:sp>
    <dsp:sp modelId="{86CB9FB7-D3CF-41E2-87DA-966320CC4CC5}">
      <dsp:nvSpPr>
        <dsp:cNvPr id="0" name=""/>
        <dsp:cNvSpPr/>
      </dsp:nvSpPr>
      <dsp:spPr>
        <a:xfrm>
          <a:off x="0" y="2612130"/>
          <a:ext cx="6740553" cy="477359"/>
        </a:xfrm>
        <a:prstGeom prst="roundRect">
          <a:avLst/>
        </a:prstGeom>
        <a:gradFill rotWithShape="0">
          <a:gsLst>
            <a:gs pos="0">
              <a:schemeClr val="accent2">
                <a:hueOff val="377637"/>
                <a:satOff val="-39994"/>
                <a:lumOff val="-980"/>
                <a:alphaOff val="0"/>
                <a:tint val="96000"/>
                <a:lumMod val="104000"/>
              </a:schemeClr>
            </a:gs>
            <a:gs pos="100000">
              <a:schemeClr val="accent2">
                <a:hueOff val="377637"/>
                <a:satOff val="-39994"/>
                <a:lumOff val="-98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Prompt Engineering for context management.</a:t>
          </a:r>
        </a:p>
      </dsp:txBody>
      <dsp:txXfrm>
        <a:off x="23303" y="2635433"/>
        <a:ext cx="6693947" cy="430753"/>
      </dsp:txXfrm>
    </dsp:sp>
    <dsp:sp modelId="{EFE19A72-A059-456D-80A8-168067C82316}">
      <dsp:nvSpPr>
        <dsp:cNvPr id="0" name=""/>
        <dsp:cNvSpPr/>
      </dsp:nvSpPr>
      <dsp:spPr>
        <a:xfrm>
          <a:off x="0" y="3124050"/>
          <a:ext cx="6740553" cy="477359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Gemini Enhancement for explanations.</a:t>
          </a:r>
        </a:p>
      </dsp:txBody>
      <dsp:txXfrm>
        <a:off x="23303" y="3147353"/>
        <a:ext cx="6693947" cy="4307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7AF87-7267-4A47-B2E2-5642BE032788}">
      <dsp:nvSpPr>
        <dsp:cNvPr id="0" name=""/>
        <dsp:cNvSpPr/>
      </dsp:nvSpPr>
      <dsp:spPr>
        <a:xfrm>
          <a:off x="600957" y="1965"/>
          <a:ext cx="817066" cy="8170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F5BEA-0076-41D5-8FAD-B6B8850F2DA7}">
      <dsp:nvSpPr>
        <dsp:cNvPr id="0" name=""/>
        <dsp:cNvSpPr/>
      </dsp:nvSpPr>
      <dsp:spPr>
        <a:xfrm>
          <a:off x="775086" y="176094"/>
          <a:ext cx="468808" cy="4688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D3550-FF9E-455F-AC17-B0427D305895}">
      <dsp:nvSpPr>
        <dsp:cNvPr id="0" name=""/>
        <dsp:cNvSpPr/>
      </dsp:nvSpPr>
      <dsp:spPr>
        <a:xfrm>
          <a:off x="339763" y="1073528"/>
          <a:ext cx="1339453" cy="586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system processes queries in four sequential steps:</a:t>
          </a:r>
        </a:p>
      </dsp:txBody>
      <dsp:txXfrm>
        <a:off x="339763" y="1073528"/>
        <a:ext cx="1339453" cy="586010"/>
      </dsp:txXfrm>
    </dsp:sp>
    <dsp:sp modelId="{96EB9191-3161-4D1D-82B0-40E39705FD41}">
      <dsp:nvSpPr>
        <dsp:cNvPr id="0" name=""/>
        <dsp:cNvSpPr/>
      </dsp:nvSpPr>
      <dsp:spPr>
        <a:xfrm>
          <a:off x="2174814" y="1965"/>
          <a:ext cx="817066" cy="81706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9DA26-FF68-4A0F-B3F2-F153799366B8}">
      <dsp:nvSpPr>
        <dsp:cNvPr id="0" name=""/>
        <dsp:cNvSpPr/>
      </dsp:nvSpPr>
      <dsp:spPr>
        <a:xfrm>
          <a:off x="2348943" y="176094"/>
          <a:ext cx="468808" cy="4688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90F85-AC80-42C6-B69C-47198C778545}">
      <dsp:nvSpPr>
        <dsp:cNvPr id="0" name=""/>
        <dsp:cNvSpPr/>
      </dsp:nvSpPr>
      <dsp:spPr>
        <a:xfrm>
          <a:off x="1913621" y="1073528"/>
          <a:ext cx="1339453" cy="586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Step 1: RAG Retrieval - Fetches top 3-5 similar SQL pairs from ChromaDB (80k+ records).</a:t>
          </a:r>
        </a:p>
      </dsp:txBody>
      <dsp:txXfrm>
        <a:off x="1913621" y="1073528"/>
        <a:ext cx="1339453" cy="586010"/>
      </dsp:txXfrm>
    </dsp:sp>
    <dsp:sp modelId="{440A7894-8FFD-4526-91B3-9C05B2AF13B4}">
      <dsp:nvSpPr>
        <dsp:cNvPr id="0" name=""/>
        <dsp:cNvSpPr/>
      </dsp:nvSpPr>
      <dsp:spPr>
        <a:xfrm>
          <a:off x="3748672" y="1965"/>
          <a:ext cx="817066" cy="81706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16BFF-ED90-4DB2-BF99-FC0422124866}">
      <dsp:nvSpPr>
        <dsp:cNvPr id="0" name=""/>
        <dsp:cNvSpPr/>
      </dsp:nvSpPr>
      <dsp:spPr>
        <a:xfrm>
          <a:off x="3922800" y="176094"/>
          <a:ext cx="468808" cy="4688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95B6B-650A-48EF-9A7E-918E7A7363CD}">
      <dsp:nvSpPr>
        <dsp:cNvPr id="0" name=""/>
        <dsp:cNvSpPr/>
      </dsp:nvSpPr>
      <dsp:spPr>
        <a:xfrm>
          <a:off x="3487478" y="1073528"/>
          <a:ext cx="1339453" cy="586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Step 2: Prompt Engineering - Analyzes intent and handles edge cases.</a:t>
          </a:r>
        </a:p>
      </dsp:txBody>
      <dsp:txXfrm>
        <a:off x="3487478" y="1073528"/>
        <a:ext cx="1339453" cy="586010"/>
      </dsp:txXfrm>
    </dsp:sp>
    <dsp:sp modelId="{A0087B91-B0FB-48B8-A429-23B564D48988}">
      <dsp:nvSpPr>
        <dsp:cNvPr id="0" name=""/>
        <dsp:cNvSpPr/>
      </dsp:nvSpPr>
      <dsp:spPr>
        <a:xfrm>
          <a:off x="5322529" y="1965"/>
          <a:ext cx="817066" cy="81706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928B52-ECA9-4A1A-9D65-48C9BE3FC37F}">
      <dsp:nvSpPr>
        <dsp:cNvPr id="0" name=""/>
        <dsp:cNvSpPr/>
      </dsp:nvSpPr>
      <dsp:spPr>
        <a:xfrm>
          <a:off x="5496658" y="176094"/>
          <a:ext cx="468808" cy="4688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D0999-541F-479D-9E6E-B74E638F40D8}">
      <dsp:nvSpPr>
        <dsp:cNvPr id="0" name=""/>
        <dsp:cNvSpPr/>
      </dsp:nvSpPr>
      <dsp:spPr>
        <a:xfrm>
          <a:off x="5061336" y="1073528"/>
          <a:ext cx="1339453" cy="586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Step 3: Fine-Tuned Inference - TinyLlama + LoRA generates the initial SQL.</a:t>
          </a:r>
        </a:p>
      </dsp:txBody>
      <dsp:txXfrm>
        <a:off x="5061336" y="1073528"/>
        <a:ext cx="1339453" cy="586010"/>
      </dsp:txXfrm>
    </dsp:sp>
    <dsp:sp modelId="{D158C92F-D962-4A51-8B53-1D67E16FA020}">
      <dsp:nvSpPr>
        <dsp:cNvPr id="0" name=""/>
        <dsp:cNvSpPr/>
      </dsp:nvSpPr>
      <dsp:spPr>
        <a:xfrm>
          <a:off x="2174814" y="1994402"/>
          <a:ext cx="817066" cy="81706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37FB8-1540-479F-8E8D-2CC8576F0DBF}">
      <dsp:nvSpPr>
        <dsp:cNvPr id="0" name=""/>
        <dsp:cNvSpPr/>
      </dsp:nvSpPr>
      <dsp:spPr>
        <a:xfrm>
          <a:off x="2348943" y="2168531"/>
          <a:ext cx="468808" cy="4688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D1170-5222-4706-BAE9-556E12E4C933}">
      <dsp:nvSpPr>
        <dsp:cNvPr id="0" name=""/>
        <dsp:cNvSpPr/>
      </dsp:nvSpPr>
      <dsp:spPr>
        <a:xfrm>
          <a:off x="1913621" y="3065964"/>
          <a:ext cx="1339453" cy="586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Step 4: Gemini Enhancement - Refines syntax and generates a natural language explanation.</a:t>
          </a:r>
        </a:p>
      </dsp:txBody>
      <dsp:txXfrm>
        <a:off x="1913621" y="3065964"/>
        <a:ext cx="1339453" cy="586010"/>
      </dsp:txXfrm>
    </dsp:sp>
    <dsp:sp modelId="{B41D99AC-CB4D-4BDC-BF2B-06197B943C0D}">
      <dsp:nvSpPr>
        <dsp:cNvPr id="0" name=""/>
        <dsp:cNvSpPr/>
      </dsp:nvSpPr>
      <dsp:spPr>
        <a:xfrm>
          <a:off x="3748672" y="1994402"/>
          <a:ext cx="817066" cy="8170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9150F-0560-4F9E-AA32-A3CE55AF5309}">
      <dsp:nvSpPr>
        <dsp:cNvPr id="0" name=""/>
        <dsp:cNvSpPr/>
      </dsp:nvSpPr>
      <dsp:spPr>
        <a:xfrm>
          <a:off x="3922800" y="2168531"/>
          <a:ext cx="468808" cy="4688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77EA5-1F71-4241-B79F-4316B22BA2D0}">
      <dsp:nvSpPr>
        <dsp:cNvPr id="0" name=""/>
        <dsp:cNvSpPr/>
      </dsp:nvSpPr>
      <dsp:spPr>
        <a:xfrm>
          <a:off x="3487478" y="3065964"/>
          <a:ext cx="1339453" cy="586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(Refer to System Architecture Diagram in Documentation Section 2.1)</a:t>
          </a:r>
        </a:p>
      </dsp:txBody>
      <dsp:txXfrm>
        <a:off x="3487478" y="3065964"/>
        <a:ext cx="1339453" cy="586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BE133-8CE8-4AE9-A594-3666F2114429}">
      <dsp:nvSpPr>
        <dsp:cNvPr id="0" name=""/>
        <dsp:cNvSpPr/>
      </dsp:nvSpPr>
      <dsp:spPr>
        <a:xfrm>
          <a:off x="0" y="65490"/>
          <a:ext cx="6740553" cy="8353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Training Pipeline: Offline pipeline for synthetic augmentation and fine-tuning.</a:t>
          </a:r>
        </a:p>
      </dsp:txBody>
      <dsp:txXfrm>
        <a:off x="40780" y="106270"/>
        <a:ext cx="6658993" cy="753819"/>
      </dsp:txXfrm>
    </dsp:sp>
    <dsp:sp modelId="{0B32BFB0-5862-45F6-AE10-CC717B2A6516}">
      <dsp:nvSpPr>
        <dsp:cNvPr id="0" name=""/>
        <dsp:cNvSpPr/>
      </dsp:nvSpPr>
      <dsp:spPr>
        <a:xfrm>
          <a:off x="0" y="961350"/>
          <a:ext cx="6740553" cy="835379"/>
        </a:xfrm>
        <a:prstGeom prst="roundRect">
          <a:avLst/>
        </a:prstGeom>
        <a:gradFill rotWithShape="0">
          <a:gsLst>
            <a:gs pos="0">
              <a:schemeClr val="accent5">
                <a:hueOff val="1602711"/>
                <a:satOff val="-3255"/>
                <a:lumOff val="2092"/>
                <a:alphaOff val="0"/>
                <a:tint val="96000"/>
                <a:lumMod val="104000"/>
              </a:schemeClr>
            </a:gs>
            <a:gs pos="100000">
              <a:schemeClr val="accent5">
                <a:hueOff val="1602711"/>
                <a:satOff val="-3255"/>
                <a:lumOff val="209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Synthetic Augmentation: Applied 5 methods (Synonym, Insertion, Swap, Structure, Case).</a:t>
          </a:r>
        </a:p>
      </dsp:txBody>
      <dsp:txXfrm>
        <a:off x="40780" y="1002130"/>
        <a:ext cx="6658993" cy="753819"/>
      </dsp:txXfrm>
    </dsp:sp>
    <dsp:sp modelId="{2DFAD2D0-81C6-4396-9A40-769FB569F655}">
      <dsp:nvSpPr>
        <dsp:cNvPr id="0" name=""/>
        <dsp:cNvSpPr/>
      </dsp:nvSpPr>
      <dsp:spPr>
        <a:xfrm>
          <a:off x="0" y="1857210"/>
          <a:ext cx="6740553" cy="835379"/>
        </a:xfrm>
        <a:prstGeom prst="roundRect">
          <a:avLst/>
        </a:prstGeom>
        <a:gradFill rotWithShape="0">
          <a:gsLst>
            <a:gs pos="0">
              <a:schemeClr val="accent5">
                <a:hueOff val="3205422"/>
                <a:satOff val="-6509"/>
                <a:lumOff val="4183"/>
                <a:alphaOff val="0"/>
                <a:tint val="96000"/>
                <a:lumMod val="104000"/>
              </a:schemeClr>
            </a:gs>
            <a:gs pos="100000">
              <a:schemeClr val="accent5">
                <a:hueOff val="3205422"/>
                <a:satOff val="-6509"/>
                <a:lumOff val="4183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Dataset Expansion: Increased data by 2.72x (52k to 142k samples).</a:t>
          </a:r>
        </a:p>
      </dsp:txBody>
      <dsp:txXfrm>
        <a:off x="40780" y="1897990"/>
        <a:ext cx="6658993" cy="753819"/>
      </dsp:txXfrm>
    </dsp:sp>
    <dsp:sp modelId="{77C6922C-85CE-4A3B-A26F-1D91E47732DC}">
      <dsp:nvSpPr>
        <dsp:cNvPr id="0" name=""/>
        <dsp:cNvSpPr/>
      </dsp:nvSpPr>
      <dsp:spPr>
        <a:xfrm>
          <a:off x="0" y="2753070"/>
          <a:ext cx="6740553" cy="835379"/>
        </a:xfrm>
        <a:prstGeom prst="roundRect">
          <a:avLst/>
        </a:prstGeom>
        <a:gradFill rotWithShape="0">
          <a:gsLst>
            <a:gs pos="0">
              <a:schemeClr val="accent5">
                <a:hueOff val="4808133"/>
                <a:satOff val="-9764"/>
                <a:lumOff val="6275"/>
                <a:alphaOff val="0"/>
                <a:tint val="96000"/>
                <a:lumMod val="104000"/>
              </a:schemeClr>
            </a:gs>
            <a:gs pos="100000">
              <a:schemeClr val="accent5">
                <a:hueOff val="4808133"/>
                <a:satOff val="-9764"/>
                <a:lumOff val="627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Diversity: Maintained an average diversity score of 0.283 to ensure variation.</a:t>
          </a:r>
        </a:p>
      </dsp:txBody>
      <dsp:txXfrm>
        <a:off x="40780" y="2793850"/>
        <a:ext cx="6658993" cy="753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3799E-4AAF-4DC9-8DF9-D0A13F8F83DA}">
      <dsp:nvSpPr>
        <dsp:cNvPr id="0" name=""/>
        <dsp:cNvSpPr/>
      </dsp:nvSpPr>
      <dsp:spPr>
        <a:xfrm>
          <a:off x="0" y="457795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Privacy: Sensitive data (Email, Phone, SSN) is anonymized during training.</a:t>
          </a:r>
        </a:p>
      </dsp:txBody>
      <dsp:txXfrm>
        <a:off x="0" y="457795"/>
        <a:ext cx="2106422" cy="1263853"/>
      </dsp:txXfrm>
    </dsp:sp>
    <dsp:sp modelId="{07DAF0F3-B8FB-47F2-845B-5593590C42D6}">
      <dsp:nvSpPr>
        <dsp:cNvPr id="0" name=""/>
        <dsp:cNvSpPr/>
      </dsp:nvSpPr>
      <dsp:spPr>
        <a:xfrm>
          <a:off x="2317065" y="457795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90633"/>
                <a:satOff val="-9599"/>
                <a:lumOff val="-235"/>
                <a:alphaOff val="0"/>
                <a:tint val="96000"/>
                <a:lumMod val="104000"/>
              </a:schemeClr>
            </a:gs>
            <a:gs pos="100000">
              <a:schemeClr val="accent2">
                <a:hueOff val="90633"/>
                <a:satOff val="-9599"/>
                <a:lumOff val="-23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Safety: Edge case detection prevents dangerous operations (DROP, TRUNCATE).</a:t>
          </a:r>
        </a:p>
      </dsp:txBody>
      <dsp:txXfrm>
        <a:off x="2317065" y="457795"/>
        <a:ext cx="2106422" cy="1263853"/>
      </dsp:txXfrm>
    </dsp:sp>
    <dsp:sp modelId="{CB24CFF7-5AFE-48BC-8E34-373A029DC194}">
      <dsp:nvSpPr>
        <dsp:cNvPr id="0" name=""/>
        <dsp:cNvSpPr/>
      </dsp:nvSpPr>
      <dsp:spPr>
        <a:xfrm>
          <a:off x="4634130" y="457795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181266"/>
                <a:satOff val="-19197"/>
                <a:lumOff val="-470"/>
                <a:alphaOff val="0"/>
                <a:tint val="96000"/>
                <a:lumMod val="104000"/>
              </a:schemeClr>
            </a:gs>
            <a:gs pos="100000">
              <a:schemeClr val="accent2">
                <a:hueOff val="181266"/>
                <a:satOff val="-19197"/>
                <a:lumOff val="-47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Future Improvements:</a:t>
          </a:r>
        </a:p>
      </dsp:txBody>
      <dsp:txXfrm>
        <a:off x="4634130" y="457795"/>
        <a:ext cx="2106422" cy="1263853"/>
      </dsp:txXfrm>
    </dsp:sp>
    <dsp:sp modelId="{3B8F38F3-AD0B-47B6-ACB8-A1F5F9830E56}">
      <dsp:nvSpPr>
        <dsp:cNvPr id="0" name=""/>
        <dsp:cNvSpPr/>
      </dsp:nvSpPr>
      <dsp:spPr>
        <a:xfrm>
          <a:off x="0" y="1932291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271899"/>
                <a:satOff val="-28796"/>
                <a:lumOff val="-706"/>
                <a:alphaOff val="0"/>
                <a:tint val="96000"/>
                <a:lumMod val="104000"/>
              </a:schemeClr>
            </a:gs>
            <a:gs pos="100000">
              <a:schemeClr val="accent2">
                <a:hueOff val="271899"/>
                <a:satOff val="-28796"/>
                <a:lumOff val="-70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Support for specific SQL dialects (PostgreSQL, MySQL).</a:t>
          </a:r>
        </a:p>
      </dsp:txBody>
      <dsp:txXfrm>
        <a:off x="0" y="1932291"/>
        <a:ext cx="2106422" cy="1263853"/>
      </dsp:txXfrm>
    </dsp:sp>
    <dsp:sp modelId="{63A16BE5-CD79-4C69-80B8-C788278DB10B}">
      <dsp:nvSpPr>
        <dsp:cNvPr id="0" name=""/>
        <dsp:cNvSpPr/>
      </dsp:nvSpPr>
      <dsp:spPr>
        <a:xfrm>
          <a:off x="2317065" y="1932291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362532"/>
                <a:satOff val="-38394"/>
                <a:lumOff val="-941"/>
                <a:alphaOff val="0"/>
                <a:tint val="96000"/>
                <a:lumMod val="104000"/>
              </a:schemeClr>
            </a:gs>
            <a:gs pos="100000">
              <a:schemeClr val="accent2">
                <a:hueOff val="362532"/>
                <a:satOff val="-38394"/>
                <a:lumOff val="-94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Integration of a visual query builder.</a:t>
          </a:r>
        </a:p>
      </dsp:txBody>
      <dsp:txXfrm>
        <a:off x="2317065" y="1932291"/>
        <a:ext cx="2106422" cy="1263853"/>
      </dsp:txXfrm>
    </dsp:sp>
    <dsp:sp modelId="{3DF8CDEE-0CA7-4D30-BBF9-FB98B01C81DF}">
      <dsp:nvSpPr>
        <dsp:cNvPr id="0" name=""/>
        <dsp:cNvSpPr/>
      </dsp:nvSpPr>
      <dsp:spPr>
        <a:xfrm>
          <a:off x="4634130" y="1932291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Direct database connection for execution.</a:t>
          </a:r>
        </a:p>
      </dsp:txBody>
      <dsp:txXfrm>
        <a:off x="4634130" y="1932291"/>
        <a:ext cx="2106422" cy="1263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45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3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9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2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2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4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7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5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5646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11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2042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93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5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8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3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oheesh.github.io/Prompt_to_SQL_using_RAG_LLM" TargetMode="External"/><Relationship Id="rId2" Type="http://schemas.openxmlformats.org/officeDocument/2006/relationships/hyperlink" Target="https://huggingface.co/spaces/moheesh/sql-learning-assistan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oheesh/Prompt_to_SQL_using_RAG_LL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tx2">
              <a:lumMod val="90000"/>
            </a:schemeClr>
          </a:solidFill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9817" y="1159566"/>
            <a:ext cx="2747204" cy="4568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SQL Learning Assistant</a:t>
            </a:r>
          </a:p>
        </p:txBody>
      </p:sp>
      <p:sp>
        <p:nvSpPr>
          <p:cNvPr id="56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5670183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2" y="1286934"/>
            <a:ext cx="3969327" cy="42841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>
                <a:solidFill>
                  <a:srgbClr val="FFFFFF"/>
                </a:solidFill>
              </a:rPr>
              <a:t>Transforming Natural Language into Optimized SQL</a:t>
            </a:r>
          </a:p>
          <a:p>
            <a:pPr>
              <a:buFont typeface="Wingdings 3" charset="2"/>
              <a:buChar char=""/>
            </a:pPr>
            <a:r>
              <a:rPr lang="en-US">
                <a:solidFill>
                  <a:srgbClr val="FFFFFF"/>
                </a:solidFill>
              </a:rPr>
              <a:t>Using RAG and LLMs</a:t>
            </a:r>
          </a:p>
          <a:p>
            <a:pPr>
              <a:buFont typeface="Wingdings 3" charset="2"/>
              <a:buChar char=""/>
            </a:pPr>
            <a:endParaRPr lang="en-US">
              <a:solidFill>
                <a:srgbClr val="FFFFFF"/>
              </a:solidFill>
            </a:endParaRPr>
          </a:p>
          <a:p>
            <a:pPr>
              <a:buFont typeface="Wingdings 3" charset="2"/>
              <a:buChar char=""/>
            </a:pPr>
            <a:r>
              <a:rPr lang="en-US">
                <a:solidFill>
                  <a:srgbClr val="FFFFFF"/>
                </a:solidFill>
              </a:rPr>
              <a:t>Project Overview &amp; Architecture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en-US" sz="3200"/>
              <a:t>Problem Statement &amp; Solution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1F8955F2-4512-26AA-B7E5-9D73528C70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0673882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8DF5B7A-7785-49C6-B4EB-252FF28C2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78BD0529-90E2-47B4-8D13-CEE11A154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AE127430-162B-43FD-A02F-6E8AD8FD9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A6023CB-BCF4-4A3C-B04B-EFF677921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98B0FCF0-0865-45E1-977A-5BFDD0EFC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C1FF2792-ADB4-44D2-B7EF-6E3503725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7B0F0A2-D4CD-4EA5-96E9-9E282F25C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BBC4912-27C6-4C5E-9C40-AE9B6644E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27E474D-BE64-49E8-8C82-691642D0B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385E451-43CB-441B-83EE-28ACB6BCB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BF91B89-051C-49D8-9029-83A1F52B0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42329880-D64F-4074-ABE4-348FDC7FB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FAD4595-5B16-442B-A756-924FB136A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F9B151E-1B34-4FA6-A53D-B92F787D9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617ED8F6-0AA2-4080-ADCB-6C7CE1759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76F017FD-AF02-4E22-A564-5DCC93F53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61F8A187-FAA8-4625-AC70-EE2C7499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6D431C21-669A-42BC-A2DF-9092CA729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D143DDDF-3A80-4C43-BBCF-8EC128010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313BFF88-4BDD-4CC4-A514-C7D655779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BA235B4A-F8AD-4C1E-9074-356253813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81D9204-5CB0-44D1-B01F-5FFF6BDB2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4DD213C5-5C2A-403A-AAEF-E495E64AE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3D07FF46-5E32-4BEE-B85D-107AD341D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4E5AE900-6815-4A65-9A96-CA280B3A8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45EA57FC-ADA4-45DD-98E7-B0615C53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FFA7C60-EEB5-45DC-B964-20A76F776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7D84F46B-82DB-461C-88AC-F6C66B593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55F051-97DE-49FF-BB21-0EDA63C2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1612B4-AD89-404E-AE2A-48CCF1FE0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25400" cap="sq">
            <a:solidFill>
              <a:srgbClr val="6186A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3B554FD0-62FF-DB9F-2027-E35CDB47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78" r="10110" b="-1"/>
          <a:stretch>
            <a:fillRect/>
          </a:stretch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1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en-US" sz="3200"/>
              <a:t>Integrated Pipeline 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6CE613-6B46-0678-4E8A-367DA558B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247124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8DF5B7A-7785-49C6-B4EB-252FF28C2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78BD0529-90E2-47B4-8D13-CEE11A154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AE127430-162B-43FD-A02F-6E8AD8FD9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A6023CB-BCF4-4A3C-B04B-EFF677921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98B0FCF0-0865-45E1-977A-5BFDD0EFC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C1FF2792-ADB4-44D2-B7EF-6E3503725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7B0F0A2-D4CD-4EA5-96E9-9E282F25C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BBC4912-27C6-4C5E-9C40-AE9B6644E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27E474D-BE64-49E8-8C82-691642D0B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385E451-43CB-441B-83EE-28ACB6BCB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BF91B89-051C-49D8-9029-83A1F52B0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42329880-D64F-4074-ABE4-348FDC7FB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FAD4595-5B16-442B-A756-924FB136A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F9B151E-1B34-4FA6-A53D-B92F787D9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617ED8F6-0AA2-4080-ADCB-6C7CE1759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76F017FD-AF02-4E22-A564-5DCC93F53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61F8A187-FAA8-4625-AC70-EE2C7499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6D431C21-669A-42BC-A2DF-9092CA729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D143DDDF-3A80-4C43-BBCF-8EC128010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313BFF88-4BDD-4CC4-A514-C7D655779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BA235B4A-F8AD-4C1E-9074-356253813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81D9204-5CB0-44D1-B01F-5FFF6BDB2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4DD213C5-5C2A-403A-AAEF-E495E64AE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3D07FF46-5E32-4BEE-B85D-107AD341D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4E5AE900-6815-4A65-9A96-CA280B3A8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45EA57FC-ADA4-45DD-98E7-B0615C53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FFA7C60-EEB5-45DC-B964-20A76F776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7D84F46B-82DB-461C-88AC-F6C66B593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55F051-97DE-49FF-BB21-0EDA63C2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1612B4-AD89-404E-AE2A-48CCF1FE0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25400" cap="sq">
            <a:solidFill>
              <a:srgbClr val="1E89CE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steps to a model&#10;&#10;AI-generated content may be incorrect.">
            <a:extLst>
              <a:ext uri="{FF2B5EF4-FFF2-40B4-BE49-F238E27FC236}">
                <a16:creationId xmlns:a16="http://schemas.microsoft.com/office/drawing/2014/main" id="{368FE7A0-507E-D1B3-A092-A7C3C4AC4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64" y="1184089"/>
            <a:ext cx="8032497" cy="438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1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/>
            </a:pPr>
            <a:r>
              <a:t>Frontend: Streamlit (Interactive Web Interface).</a:t>
            </a:r>
          </a:p>
          <a:p>
            <a:pPr>
              <a:spcAft>
                <a:spcPts val="1000"/>
              </a:spcAft>
              <a:defRPr sz="1800"/>
            </a:pPr>
            <a:r>
              <a:t>Base Model: TinyLlama-1.1B-Chat (Optimized with LoRA).</a:t>
            </a:r>
          </a:p>
          <a:p>
            <a:pPr>
              <a:spcAft>
                <a:spcPts val="1000"/>
              </a:spcAft>
              <a:defRPr sz="1800"/>
            </a:pPr>
            <a:r>
              <a:t>Vector Database: ChromaDB with 'all-MiniLM-L6-v2' embeddings.</a:t>
            </a:r>
          </a:p>
          <a:p>
            <a:pPr>
              <a:spcAft>
                <a:spcPts val="1000"/>
              </a:spcAft>
              <a:defRPr sz="1800"/>
            </a:pPr>
            <a:r>
              <a:t>Enhancement: Google Gemini 2.5-flash API.</a:t>
            </a:r>
          </a:p>
          <a:p>
            <a:pPr>
              <a:spcAft>
                <a:spcPts val="1000"/>
              </a:spcAft>
              <a:defRPr sz="1800"/>
            </a:pPr>
            <a:r>
              <a:t>RAG Strategy: 4 chunking methods (Clause, Complexity, Keyword, Size).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en-US" sz="3200"/>
              <a:t>Data Augmentation &amp; Training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BA52C8-1283-5644-0A5B-B8549FD93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838712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pPr>
              <a:defRPr sz="3200" b="1"/>
            </a:pPr>
            <a:r>
              <a:rPr lang="en-US" sz="2700">
                <a:solidFill>
                  <a:schemeClr val="tx2">
                    <a:lumMod val="75000"/>
                  </a:schemeClr>
                </a:solidFill>
              </a:rPr>
              <a:t>Performance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endParaRPr lang="en-US">
              <a:solidFill>
                <a:schemeClr val="tx2">
                  <a:lumMod val="75000"/>
                </a:schemeClr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Metrics assessed on held-out test set:</a:t>
            </a:r>
          </a:p>
          <a:p>
            <a:pPr>
              <a:spcAft>
                <a:spcPts val="1000"/>
              </a:spcAft>
              <a:defRPr sz="1800"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• Keyword Accuracy: 91.33% (Correctly identifies SQL operations).</a:t>
            </a:r>
          </a:p>
          <a:p>
            <a:pPr>
              <a:spcAft>
                <a:spcPts val="1000"/>
              </a:spcAft>
              <a:defRPr sz="1800"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• Structure Similarity: 91.07% (High alignment with expected query structure).</a:t>
            </a:r>
          </a:p>
          <a:p>
            <a:pPr>
              <a:spcAft>
                <a:spcPts val="1000"/>
              </a:spcAft>
              <a:defRPr sz="1800"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• Token Accuracy: 47.21% (Reflects variations in column naming).</a:t>
            </a:r>
          </a:p>
          <a:p>
            <a:pPr>
              <a:spcAft>
                <a:spcPts val="1000"/>
              </a:spcAft>
              <a:defRPr sz="1800"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• Exact Match: 0.00% (Expected for small models due to strict string matching).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8649A1CF-0902-F1B5-1850-FB58AA3CE7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1179905"/>
            <a:ext cx="3618748" cy="117609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7B4B8-5E01-4B44-BC25-876D56C12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with purple and white bars&#10;&#10;AI-generated content may be incorrect.">
            <a:extLst>
              <a:ext uri="{FF2B5EF4-FFF2-40B4-BE49-F238E27FC236}">
                <a16:creationId xmlns:a16="http://schemas.microsoft.com/office/drawing/2014/main" id="{13286A67-63CA-5E18-EBF6-E261E86114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652" y="670120"/>
            <a:ext cx="3618746" cy="217124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83D1A4-93E5-4A4D-B103-8223A220E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716306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E8ABF4-C289-489E-BEFB-3077F9D9C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4247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89CFA0-35DD-4943-B365-488C66B9B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2707342" y="3197412"/>
            <a:ext cx="3717036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88AD040-1A2B-4FB4-A345-7B9F3E5ED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994133"/>
            <a:ext cx="2702052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3B704A-724B-41D6-8F33-76939E72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400800" y="3994133"/>
            <a:ext cx="27432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urple and red graph&#10;&#10;AI-generated content may be incorrect.">
            <a:extLst>
              <a:ext uri="{FF2B5EF4-FFF2-40B4-BE49-F238E27FC236}">
                <a16:creationId xmlns:a16="http://schemas.microsoft.com/office/drawing/2014/main" id="{F57BEB62-58B2-02EE-A62B-DA9DE3424E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4640107"/>
            <a:ext cx="1975655" cy="1298992"/>
          </a:xfrm>
          <a:prstGeom prst="rect">
            <a:avLst/>
          </a:prstGeom>
        </p:spPr>
      </p:pic>
      <p:pic>
        <p:nvPicPr>
          <p:cNvPr id="4" name="Picture 3" descr="A graph with green bars&#10;&#10;AI-generated content may be incorrect.">
            <a:extLst>
              <a:ext uri="{FF2B5EF4-FFF2-40B4-BE49-F238E27FC236}">
                <a16:creationId xmlns:a16="http://schemas.microsoft.com/office/drawing/2014/main" id="{CE9465AD-6346-427C-EE2D-2F00B79439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247" y="3944801"/>
            <a:ext cx="3129803" cy="1877880"/>
          </a:xfrm>
          <a:prstGeom prst="rect">
            <a:avLst/>
          </a:prstGeom>
        </p:spPr>
      </p:pic>
      <p:pic>
        <p:nvPicPr>
          <p:cNvPr id="5" name="Picture 4" descr="A graph of a model evaluation metrics&#10;&#10;AI-generated content may be incorrect.">
            <a:extLst>
              <a:ext uri="{FF2B5EF4-FFF2-40B4-BE49-F238E27FC236}">
                <a16:creationId xmlns:a16="http://schemas.microsoft.com/office/drawing/2014/main" id="{7888286A-941C-3B22-A07A-BC8878C0B5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548" y="4665243"/>
            <a:ext cx="2005851" cy="120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7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en-US" sz="3200"/>
              <a:t>Future Improvements &amp; Ethics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F6EC64-6453-7505-CFB8-E9F82E44D3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253787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1B746-29EB-48BD-E1BD-1E202B71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US" dirty="0"/>
              <a:t>Live Demo and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31D1DE-DF54-C4DF-FF2C-9ACFBBADB4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419973"/>
              </p:ext>
            </p:extLst>
          </p:nvPr>
        </p:nvGraphicFramePr>
        <p:xfrm>
          <a:off x="1346172" y="3439507"/>
          <a:ext cx="6740554" cy="1220896"/>
        </p:xfrm>
        <a:graphic>
          <a:graphicData uri="http://schemas.openxmlformats.org/drawingml/2006/table">
            <a:tbl>
              <a:tblPr firstRow="1" firstCol="1" bandRow="1"/>
              <a:tblGrid>
                <a:gridCol w="1769923">
                  <a:extLst>
                    <a:ext uri="{9D8B030D-6E8A-4147-A177-3AD203B41FA5}">
                      <a16:colId xmlns:a16="http://schemas.microsoft.com/office/drawing/2014/main" val="2459225275"/>
                    </a:ext>
                  </a:extLst>
                </a:gridCol>
                <a:gridCol w="4970631">
                  <a:extLst>
                    <a:ext uri="{9D8B030D-6E8A-4147-A177-3AD203B41FA5}">
                      <a16:colId xmlns:a16="http://schemas.microsoft.com/office/drawing/2014/main" val="2463499339"/>
                    </a:ext>
                  </a:extLst>
                </a:gridCol>
              </a:tblGrid>
              <a:tr h="305224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Resource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345760"/>
                  </a:ext>
                </a:extLst>
              </a:tr>
              <a:tr h="305224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 Application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sng" strike="noStrike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https://huggingface.co/spaces/moheesh/sql-learning-assistant</a:t>
                      </a:r>
                      <a:r>
                        <a:rPr lang="en-US" sz="14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077326"/>
                  </a:ext>
                </a:extLst>
              </a:tr>
              <a:tr h="305224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Page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sng" strike="noStrike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https://moheesh.github.io/Prompt_to_SQL_using_RAG_LLM</a:t>
                      </a:r>
                      <a:r>
                        <a:rPr lang="en-US" sz="14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929175"/>
                  </a:ext>
                </a:extLst>
              </a:tr>
              <a:tr h="305224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GitHub Repository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sng" strike="noStrike" dirty="0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https://github.com/moheesh/Prompt_to_SQL_using_RAG_LLM</a:t>
                      </a: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624" marR="87624" marT="121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1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0512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</TotalTime>
  <Words>488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Wisp</vt:lpstr>
      <vt:lpstr>SQL Learning Assistant</vt:lpstr>
      <vt:lpstr>Problem Statement &amp; Solution</vt:lpstr>
      <vt:lpstr>PowerPoint Presentation</vt:lpstr>
      <vt:lpstr>Integrated Pipeline Flow</vt:lpstr>
      <vt:lpstr>PowerPoint Presentation</vt:lpstr>
      <vt:lpstr>Technology Stack</vt:lpstr>
      <vt:lpstr>Data Augmentation &amp; Training</vt:lpstr>
      <vt:lpstr>Performance Evaluation</vt:lpstr>
      <vt:lpstr>PowerPoint Presentation</vt:lpstr>
      <vt:lpstr>Future Improvements &amp; Ethics</vt:lpstr>
      <vt:lpstr>Live Demo and 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Moheesh Kavitha Arumugam</cp:lastModifiedBy>
  <cp:revision>4</cp:revision>
  <dcterms:created xsi:type="dcterms:W3CDTF">2013-01-27T09:14:16Z</dcterms:created>
  <dcterms:modified xsi:type="dcterms:W3CDTF">2025-12-08T21:12:01Z</dcterms:modified>
  <cp:category/>
</cp:coreProperties>
</file>